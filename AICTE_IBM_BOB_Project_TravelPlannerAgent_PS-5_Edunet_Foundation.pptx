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25"/>
  </p:notesMasterIdLst>
  <p:sldIdLst>
    <p:sldId id="290" r:id="rId2"/>
    <p:sldId id="291" r:id="rId3"/>
    <p:sldId id="292" r:id="rId4"/>
    <p:sldId id="293" r:id="rId5"/>
    <p:sldId id="294" r:id="rId6"/>
    <p:sldId id="295" r:id="rId7"/>
    <p:sldId id="311" r:id="rId8"/>
    <p:sldId id="297" r:id="rId9"/>
    <p:sldId id="313" r:id="rId10"/>
    <p:sldId id="298" r:id="rId11"/>
    <p:sldId id="299" r:id="rId12"/>
    <p:sldId id="300" r:id="rId13"/>
    <p:sldId id="301" r:id="rId14"/>
    <p:sldId id="302" r:id="rId15"/>
    <p:sldId id="303" r:id="rId16"/>
    <p:sldId id="312" r:id="rId17"/>
    <p:sldId id="304" r:id="rId18"/>
    <p:sldId id="305" r:id="rId19"/>
    <p:sldId id="306" r:id="rId20"/>
    <p:sldId id="307" r:id="rId21"/>
    <p:sldId id="310" r:id="rId22"/>
    <p:sldId id="308" r:id="rId23"/>
    <p:sldId id="309" r:id="rId24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27" roundtripDataSignature="AMtx7mjt3491jQ7aCoyIz2WXeHKroE7tp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597DED7-87E9-8FFE-C42B-07F44890EE69}" v="36" dt="2026-07-14T12:42:56.737"/>
  </p1510:revLst>
</p1510:revInfo>
</file>

<file path=ppt/tableStyles.xml><?xml version="1.0" encoding="utf-8"?>
<a:tblStyleLst xmlns:a="http://schemas.openxmlformats.org/drawingml/2006/main" def="{0AAD8F4D-43EB-41E5-8A38-28AB6DFB1B60}">
  <a:tblStyle styleId="{0AAD8F4D-43EB-41E5-8A38-28AB6DFB1B60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62" d="100"/>
          <a:sy n="62" d="100"/>
        </p:scale>
        <p:origin x="804" y="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33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customschemas.google.com/relationships/presentationmetadata" Target="metadata"/><Relationship Id="rId30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man Shrivastava" userId="S::ashrivastava@edunetfoundation.org::c21995ab-fa37-4cde-b5a3-dec0fb9e9a10" providerId="AD" clId="Web-{088AD18C-7811-B1E2-9ED5-57A1A5542DF6}"/>
    <pc:docChg chg="addSld delSld modSld sldOrd">
      <pc:chgData name="Aman Shrivastava" userId="S::ashrivastava@edunetfoundation.org::c21995ab-fa37-4cde-b5a3-dec0fb9e9a10" providerId="AD" clId="Web-{088AD18C-7811-B1E2-9ED5-57A1A5542DF6}" dt="2026-06-19T06:28:44.546" v="262"/>
      <pc:docMkLst>
        <pc:docMk/>
      </pc:docMkLst>
      <pc:sldChg chg="addSp delSp modSp">
        <pc:chgData name="Aman Shrivastava" userId="S::ashrivastava@edunetfoundation.org::c21995ab-fa37-4cde-b5a3-dec0fb9e9a10" providerId="AD" clId="Web-{088AD18C-7811-B1E2-9ED5-57A1A5542DF6}" dt="2026-06-19T06:24:33.481" v="246"/>
        <pc:sldMkLst>
          <pc:docMk/>
          <pc:sldMk cId="0" sldId="257"/>
        </pc:sldMkLst>
        <pc:spChg chg="add mod">
          <ac:chgData name="Aman Shrivastava" userId="S::ashrivastava@edunetfoundation.org::c21995ab-fa37-4cde-b5a3-dec0fb9e9a10" providerId="AD" clId="Web-{088AD18C-7811-B1E2-9ED5-57A1A5542DF6}" dt="2026-06-19T06:23:34.731" v="211" actId="20577"/>
          <ac:spMkLst>
            <pc:docMk/>
            <pc:sldMk cId="0" sldId="257"/>
            <ac:spMk id="3" creationId="{B0B023FA-CFEB-ACE9-8425-7E72E307CDC5}"/>
          </ac:spMkLst>
        </pc:spChg>
      </pc:sldChg>
      <pc:sldChg chg="addSp delSp modSp">
        <pc:chgData name="Aman Shrivastava" userId="S::ashrivastava@edunetfoundation.org::c21995ab-fa37-4cde-b5a3-dec0fb9e9a10" providerId="AD" clId="Web-{088AD18C-7811-B1E2-9ED5-57A1A5542DF6}" dt="2026-06-19T06:15:34.945" v="78" actId="1076"/>
        <pc:sldMkLst>
          <pc:docMk/>
          <pc:sldMk cId="0" sldId="262"/>
        </pc:sldMkLst>
        <pc:picChg chg="add mod">
          <ac:chgData name="Aman Shrivastava" userId="S::ashrivastava@edunetfoundation.org::c21995ab-fa37-4cde-b5a3-dec0fb9e9a10" providerId="AD" clId="Web-{088AD18C-7811-B1E2-9ED5-57A1A5542DF6}" dt="2026-06-19T06:15:34.945" v="78" actId="1076"/>
          <ac:picMkLst>
            <pc:docMk/>
            <pc:sldMk cId="0" sldId="262"/>
            <ac:picMk id="3" creationId="{81932CE2-F219-0CA8-0102-55B8C682B8A2}"/>
          </ac:picMkLst>
        </pc:picChg>
      </pc:sldChg>
      <pc:sldChg chg="addSp delSp modSp">
        <pc:chgData name="Aman Shrivastava" userId="S::ashrivastava@edunetfoundation.org::c21995ab-fa37-4cde-b5a3-dec0fb9e9a10" providerId="AD" clId="Web-{088AD18C-7811-B1E2-9ED5-57A1A5542DF6}" dt="2026-06-19T06:25:36.169" v="257" actId="20577"/>
        <pc:sldMkLst>
          <pc:docMk/>
          <pc:sldMk cId="2115484872" sldId="277"/>
        </pc:sldMkLst>
        <pc:spChg chg="add mod">
          <ac:chgData name="Aman Shrivastava" userId="S::ashrivastava@edunetfoundation.org::c21995ab-fa37-4cde-b5a3-dec0fb9e9a10" providerId="AD" clId="Web-{088AD18C-7811-B1E2-9ED5-57A1A5542DF6}" dt="2026-06-19T06:25:32.075" v="255" actId="20577"/>
          <ac:spMkLst>
            <pc:docMk/>
            <pc:sldMk cId="2115484872" sldId="277"/>
            <ac:spMk id="14" creationId="{7B8E599E-5B1D-59CD-4F1D-CEF8D0CA327B}"/>
          </ac:spMkLst>
        </pc:spChg>
        <pc:spChg chg="add mod">
          <ac:chgData name="Aman Shrivastava" userId="S::ashrivastava@edunetfoundation.org::c21995ab-fa37-4cde-b5a3-dec0fb9e9a10" providerId="AD" clId="Web-{088AD18C-7811-B1E2-9ED5-57A1A5542DF6}" dt="2026-06-19T06:25:36.169" v="257" actId="20577"/>
          <ac:spMkLst>
            <pc:docMk/>
            <pc:sldMk cId="2115484872" sldId="277"/>
            <ac:spMk id="15" creationId="{B22EA981-5113-2D05-C1A2-169306E1D47C}"/>
          </ac:spMkLst>
        </pc:spChg>
        <pc:picChg chg="add mod">
          <ac:chgData name="Aman Shrivastava" userId="S::ashrivastava@edunetfoundation.org::c21995ab-fa37-4cde-b5a3-dec0fb9e9a10" providerId="AD" clId="Web-{088AD18C-7811-B1E2-9ED5-57A1A5542DF6}" dt="2026-06-19T06:25:26.403" v="253" actId="1076"/>
          <ac:picMkLst>
            <pc:docMk/>
            <pc:sldMk cId="2115484872" sldId="277"/>
            <ac:picMk id="12" creationId="{3E29AF1D-88C4-87E5-74DF-4E97121E06CE}"/>
          </ac:picMkLst>
        </pc:picChg>
        <pc:picChg chg="add mod">
          <ac:chgData name="Aman Shrivastava" userId="S::ashrivastava@edunetfoundation.org::c21995ab-fa37-4cde-b5a3-dec0fb9e9a10" providerId="AD" clId="Web-{088AD18C-7811-B1E2-9ED5-57A1A5542DF6}" dt="2026-06-19T06:25:26.403" v="254" actId="1076"/>
          <ac:picMkLst>
            <pc:docMk/>
            <pc:sldMk cId="2115484872" sldId="277"/>
            <ac:picMk id="13" creationId="{C81444F5-0692-DD67-1759-70821E53B029}"/>
          </ac:picMkLst>
        </pc:picChg>
      </pc:sldChg>
      <pc:sldChg chg="addSp delSp modSp add del ord">
        <pc:chgData name="Aman Shrivastava" userId="S::ashrivastava@edunetfoundation.org::c21995ab-fa37-4cde-b5a3-dec0fb9e9a10" providerId="AD" clId="Web-{088AD18C-7811-B1E2-9ED5-57A1A5542DF6}" dt="2026-06-19T06:28:44.546" v="262"/>
        <pc:sldMkLst>
          <pc:docMk/>
          <pc:sldMk cId="3764405840" sldId="278"/>
        </pc:sldMkLst>
        <pc:spChg chg="add del mod">
          <ac:chgData name="Aman Shrivastava" userId="S::ashrivastava@edunetfoundation.org::c21995ab-fa37-4cde-b5a3-dec0fb9e9a10" providerId="AD" clId="Web-{088AD18C-7811-B1E2-9ED5-57A1A5542DF6}" dt="2026-06-19T06:06:19.065" v="68" actId="20577"/>
          <ac:spMkLst>
            <pc:docMk/>
            <pc:sldMk cId="3764405840" sldId="278"/>
            <ac:spMk id="2" creationId="{151FBD4A-3273-E454-091D-D5B0678FC299}"/>
          </ac:spMkLst>
        </pc:spChg>
      </pc:sldChg>
      <pc:sldChg chg="addSp delSp modSp">
        <pc:chgData name="Aman Shrivastava" userId="S::ashrivastava@edunetfoundation.org::c21995ab-fa37-4cde-b5a3-dec0fb9e9a10" providerId="AD" clId="Web-{088AD18C-7811-B1E2-9ED5-57A1A5542DF6}" dt="2026-06-19T06:11:15.349" v="75" actId="1076"/>
        <pc:sldMkLst>
          <pc:docMk/>
          <pc:sldMk cId="2772501912" sldId="279"/>
        </pc:sldMkLst>
        <pc:picChg chg="add mod">
          <ac:chgData name="Aman Shrivastava" userId="S::ashrivastava@edunetfoundation.org::c21995ab-fa37-4cde-b5a3-dec0fb9e9a10" providerId="AD" clId="Web-{088AD18C-7811-B1E2-9ED5-57A1A5542DF6}" dt="2026-06-19T06:11:15.349" v="75" actId="1076"/>
          <ac:picMkLst>
            <pc:docMk/>
            <pc:sldMk cId="2772501912" sldId="279"/>
            <ac:picMk id="4" creationId="{C597681A-DF93-B190-DD21-CBAEDA4E3CBF}"/>
          </ac:picMkLst>
        </pc:picChg>
      </pc:sldChg>
      <pc:sldChg chg="addSp delSp ord">
        <pc:chgData name="Aman Shrivastava" userId="S::ashrivastava@edunetfoundation.org::c21995ab-fa37-4cde-b5a3-dec0fb9e9a10" providerId="AD" clId="Web-{088AD18C-7811-B1E2-9ED5-57A1A5542DF6}" dt="2026-06-19T06:27:30.076" v="259"/>
        <pc:sldMkLst>
          <pc:docMk/>
          <pc:sldMk cId="2605851928" sldId="287"/>
        </pc:sldMkLst>
      </pc:sldChg>
      <pc:sldChg chg="addSp delSp modSp new">
        <pc:chgData name="Aman Shrivastava" userId="S::ashrivastava@edunetfoundation.org::c21995ab-fa37-4cde-b5a3-dec0fb9e9a10" providerId="AD" clId="Web-{088AD18C-7811-B1E2-9ED5-57A1A5542DF6}" dt="2026-06-19T05:49:31.148" v="36" actId="20577"/>
        <pc:sldMkLst>
          <pc:docMk/>
          <pc:sldMk cId="1229047658" sldId="288"/>
        </pc:sldMkLst>
        <pc:spChg chg="add mod">
          <ac:chgData name="Aman Shrivastava" userId="S::ashrivastava@edunetfoundation.org::c21995ab-fa37-4cde-b5a3-dec0fb9e9a10" providerId="AD" clId="Web-{088AD18C-7811-B1E2-9ED5-57A1A5542DF6}" dt="2026-06-19T05:49:31.148" v="36" actId="20577"/>
          <ac:spMkLst>
            <pc:docMk/>
            <pc:sldMk cId="1229047658" sldId="288"/>
            <ac:spMk id="6" creationId="{3F1C7BCA-5DD7-F4D3-A937-D1C56976DA01}"/>
          </ac:spMkLst>
        </pc:spChg>
      </pc:sldChg>
    </pc:docChg>
  </pc:docChgLst>
  <pc:docChgLst>
    <pc:chgData name="Aman Shrivastava" userId="S::ashrivastava@edunetfoundation.org::c21995ab-fa37-4cde-b5a3-dec0fb9e9a10" providerId="AD" clId="Web-{E27D249D-B118-0810-7731-E1B1C378D9D3}"/>
    <pc:docChg chg="modSld">
      <pc:chgData name="Aman Shrivastava" userId="S::ashrivastava@edunetfoundation.org::c21995ab-fa37-4cde-b5a3-dec0fb9e9a10" providerId="AD" clId="Web-{E27D249D-B118-0810-7731-E1B1C378D9D3}" dt="2026-06-19T09:09:54.163" v="1" actId="20577"/>
      <pc:docMkLst>
        <pc:docMk/>
      </pc:docMkLst>
      <pc:sldChg chg="modSp">
        <pc:chgData name="Aman Shrivastava" userId="S::ashrivastava@edunetfoundation.org::c21995ab-fa37-4cde-b5a3-dec0fb9e9a10" providerId="AD" clId="Web-{E27D249D-B118-0810-7731-E1B1C378D9D3}" dt="2026-06-19T09:09:54.163" v="1" actId="20577"/>
        <pc:sldMkLst>
          <pc:docMk/>
          <pc:sldMk cId="3764405840" sldId="278"/>
        </pc:sldMkLst>
        <pc:spChg chg="mod">
          <ac:chgData name="Aman Shrivastava" userId="S::ashrivastava@edunetfoundation.org::c21995ab-fa37-4cde-b5a3-dec0fb9e9a10" providerId="AD" clId="Web-{E27D249D-B118-0810-7731-E1B1C378D9D3}" dt="2026-06-19T09:09:54.163" v="1" actId="20577"/>
          <ac:spMkLst>
            <pc:docMk/>
            <pc:sldMk cId="3764405840" sldId="278"/>
            <ac:spMk id="3" creationId="{4A7608B5-9906-EFCF-959A-E89FC2E3EE19}"/>
          </ac:spMkLst>
        </pc:spChg>
      </pc:sldChg>
    </pc:docChg>
  </pc:docChgLst>
  <pc:docChgLst>
    <pc:chgData name="Bhupesh Vyankat Ther" userId="S::bvther@edunetfoundation.org::3dcf1697-dd97-45f9-859f-b5bba4487417" providerId="AD" clId="Web-{9DDCDCB8-E336-06C9-9BC1-C212CD122CD0}"/>
    <pc:docChg chg="modSld">
      <pc:chgData name="Bhupesh Vyankat Ther" userId="S::bvther@edunetfoundation.org::3dcf1697-dd97-45f9-859f-b5bba4487417" providerId="AD" clId="Web-{9DDCDCB8-E336-06C9-9BC1-C212CD122CD0}" dt="2026-06-23T04:41:50.196" v="0" actId="1076"/>
      <pc:docMkLst>
        <pc:docMk/>
      </pc:docMkLst>
      <pc:sldChg chg="modSp">
        <pc:chgData name="Bhupesh Vyankat Ther" userId="S::bvther@edunetfoundation.org::3dcf1697-dd97-45f9-859f-b5bba4487417" providerId="AD" clId="Web-{9DDCDCB8-E336-06C9-9BC1-C212CD122CD0}" dt="2026-06-23T04:41:50.196" v="0" actId="1076"/>
        <pc:sldMkLst>
          <pc:docMk/>
          <pc:sldMk cId="1229047658" sldId="288"/>
        </pc:sldMkLst>
        <pc:picChg chg="mod">
          <ac:chgData name="Bhupesh Vyankat Ther" userId="S::bvther@edunetfoundation.org::3dcf1697-dd97-45f9-859f-b5bba4487417" providerId="AD" clId="Web-{9DDCDCB8-E336-06C9-9BC1-C212CD122CD0}" dt="2026-06-23T04:41:50.196" v="0" actId="1076"/>
          <ac:picMkLst>
            <pc:docMk/>
            <pc:sldMk cId="1229047658" sldId="288"/>
            <ac:picMk id="4" creationId="{A037CFD0-B7FF-D9BE-3433-88E5844EF332}"/>
          </ac:picMkLst>
        </pc:picChg>
      </pc:sldChg>
    </pc:docChg>
  </pc:docChgLst>
  <pc:docChgLst>
    <pc:chgData name="Aswini Kumar Motapothula" userId="S::aswinikumar@edunetfoundation.org::8849ae8d-bc89-4217-899c-9440ffcae5bb" providerId="AD" clId="Web-{5597DED7-87E9-8FFE-C42B-07F44890EE69}"/>
    <pc:docChg chg="addSld delSld">
      <pc:chgData name="Aswini Kumar Motapothula" userId="S::aswinikumar@edunetfoundation.org::8849ae8d-bc89-4217-899c-9440ffcae5bb" providerId="AD" clId="Web-{5597DED7-87E9-8FFE-C42B-07F44890EE69}" dt="2026-07-14T12:42:56.737" v="35"/>
      <pc:docMkLst>
        <pc:docMk/>
      </pc:docMkLst>
      <pc:sldChg chg="del">
        <pc:chgData name="Aswini Kumar Motapothula" userId="S::aswinikumar@edunetfoundation.org::8849ae8d-bc89-4217-899c-9440ffcae5bb" providerId="AD" clId="Web-{5597DED7-87E9-8FFE-C42B-07F44890EE69}" dt="2026-07-14T12:42:56.737" v="35"/>
        <pc:sldMkLst>
          <pc:docMk/>
          <pc:sldMk cId="0" sldId="257"/>
        </pc:sldMkLst>
      </pc:sldChg>
      <pc:sldChg chg="del">
        <pc:chgData name="Aswini Kumar Motapothula" userId="S::aswinikumar@edunetfoundation.org::8849ae8d-bc89-4217-899c-9440ffcae5bb" providerId="AD" clId="Web-{5597DED7-87E9-8FFE-C42B-07F44890EE69}" dt="2026-07-14T12:42:56.737" v="29"/>
        <pc:sldMkLst>
          <pc:docMk/>
          <pc:sldMk cId="0" sldId="262"/>
        </pc:sldMkLst>
      </pc:sldChg>
      <pc:sldChg chg="del">
        <pc:chgData name="Aswini Kumar Motapothula" userId="S::aswinikumar@edunetfoundation.org::8849ae8d-bc89-4217-899c-9440ffcae5bb" providerId="AD" clId="Web-{5597DED7-87E9-8FFE-C42B-07F44890EE69}" dt="2026-07-14T12:42:56.737" v="28"/>
        <pc:sldMkLst>
          <pc:docMk/>
          <pc:sldMk cId="0" sldId="264"/>
        </pc:sldMkLst>
      </pc:sldChg>
      <pc:sldChg chg="del">
        <pc:chgData name="Aswini Kumar Motapothula" userId="S::aswinikumar@edunetfoundation.org::8849ae8d-bc89-4217-899c-9440ffcae5bb" providerId="AD" clId="Web-{5597DED7-87E9-8FFE-C42B-07F44890EE69}" dt="2026-07-14T12:42:56.721" v="21"/>
        <pc:sldMkLst>
          <pc:docMk/>
          <pc:sldMk cId="0" sldId="276"/>
        </pc:sldMkLst>
      </pc:sldChg>
      <pc:sldChg chg="del">
        <pc:chgData name="Aswini Kumar Motapothula" userId="S::aswinikumar@edunetfoundation.org::8849ae8d-bc89-4217-899c-9440ffcae5bb" providerId="AD" clId="Web-{5597DED7-87E9-8FFE-C42B-07F44890EE69}" dt="2026-07-14T12:42:56.737" v="27"/>
        <pc:sldMkLst>
          <pc:docMk/>
          <pc:sldMk cId="2115484872" sldId="277"/>
        </pc:sldMkLst>
      </pc:sldChg>
      <pc:sldChg chg="del">
        <pc:chgData name="Aswini Kumar Motapothula" userId="S::aswinikumar@edunetfoundation.org::8849ae8d-bc89-4217-899c-9440ffcae5bb" providerId="AD" clId="Web-{5597DED7-87E9-8FFE-C42B-07F44890EE69}" dt="2026-07-14T12:42:56.737" v="32"/>
        <pc:sldMkLst>
          <pc:docMk/>
          <pc:sldMk cId="3764405840" sldId="278"/>
        </pc:sldMkLst>
      </pc:sldChg>
      <pc:sldChg chg="del">
        <pc:chgData name="Aswini Kumar Motapothula" userId="S::aswinikumar@edunetfoundation.org::8849ae8d-bc89-4217-899c-9440ffcae5bb" providerId="AD" clId="Web-{5597DED7-87E9-8FFE-C42B-07F44890EE69}" dt="2026-07-14T12:42:56.737" v="30"/>
        <pc:sldMkLst>
          <pc:docMk/>
          <pc:sldMk cId="2772501912" sldId="279"/>
        </pc:sldMkLst>
      </pc:sldChg>
      <pc:sldChg chg="del">
        <pc:chgData name="Aswini Kumar Motapothula" userId="S::aswinikumar@edunetfoundation.org::8849ae8d-bc89-4217-899c-9440ffcae5bb" providerId="AD" clId="Web-{5597DED7-87E9-8FFE-C42B-07F44890EE69}" dt="2026-07-14T12:42:56.721" v="24"/>
        <pc:sldMkLst>
          <pc:docMk/>
          <pc:sldMk cId="2136706720" sldId="280"/>
        </pc:sldMkLst>
      </pc:sldChg>
      <pc:sldChg chg="del">
        <pc:chgData name="Aswini Kumar Motapothula" userId="S::aswinikumar@edunetfoundation.org::8849ae8d-bc89-4217-899c-9440ffcae5bb" providerId="AD" clId="Web-{5597DED7-87E9-8FFE-C42B-07F44890EE69}" dt="2026-07-14T12:42:56.737" v="31"/>
        <pc:sldMkLst>
          <pc:docMk/>
          <pc:sldMk cId="328526394" sldId="281"/>
        </pc:sldMkLst>
      </pc:sldChg>
      <pc:sldChg chg="del">
        <pc:chgData name="Aswini Kumar Motapothula" userId="S::aswinikumar@edunetfoundation.org::8849ae8d-bc89-4217-899c-9440ffcae5bb" providerId="AD" clId="Web-{5597DED7-87E9-8FFE-C42B-07F44890EE69}" dt="2026-07-14T12:42:56.737" v="34"/>
        <pc:sldMkLst>
          <pc:docMk/>
          <pc:sldMk cId="2952584201" sldId="282"/>
        </pc:sldMkLst>
      </pc:sldChg>
      <pc:sldChg chg="del">
        <pc:chgData name="Aswini Kumar Motapothula" userId="S::aswinikumar@edunetfoundation.org::8849ae8d-bc89-4217-899c-9440ffcae5bb" providerId="AD" clId="Web-{5597DED7-87E9-8FFE-C42B-07F44890EE69}" dt="2026-07-14T12:42:42.455" v="20"/>
        <pc:sldMkLst>
          <pc:docMk/>
          <pc:sldMk cId="957564641" sldId="283"/>
        </pc:sldMkLst>
      </pc:sldChg>
      <pc:sldChg chg="del">
        <pc:chgData name="Aswini Kumar Motapothula" userId="S::aswinikumar@edunetfoundation.org::8849ae8d-bc89-4217-899c-9440ffcae5bb" providerId="AD" clId="Web-{5597DED7-87E9-8FFE-C42B-07F44890EE69}" dt="2026-07-14T12:42:56.737" v="33"/>
        <pc:sldMkLst>
          <pc:docMk/>
          <pc:sldMk cId="2290294991" sldId="285"/>
        </pc:sldMkLst>
      </pc:sldChg>
      <pc:sldChg chg="del">
        <pc:chgData name="Aswini Kumar Motapothula" userId="S::aswinikumar@edunetfoundation.org::8849ae8d-bc89-4217-899c-9440ffcae5bb" providerId="AD" clId="Web-{5597DED7-87E9-8FFE-C42B-07F44890EE69}" dt="2026-07-14T12:42:56.737" v="26"/>
        <pc:sldMkLst>
          <pc:docMk/>
          <pc:sldMk cId="917964102" sldId="286"/>
        </pc:sldMkLst>
      </pc:sldChg>
      <pc:sldChg chg="del">
        <pc:chgData name="Aswini Kumar Motapothula" userId="S::aswinikumar@edunetfoundation.org::8849ae8d-bc89-4217-899c-9440ffcae5bb" providerId="AD" clId="Web-{5597DED7-87E9-8FFE-C42B-07F44890EE69}" dt="2026-07-14T12:42:56.721" v="25"/>
        <pc:sldMkLst>
          <pc:docMk/>
          <pc:sldMk cId="2605851928" sldId="287"/>
        </pc:sldMkLst>
      </pc:sldChg>
      <pc:sldChg chg="del">
        <pc:chgData name="Aswini Kumar Motapothula" userId="S::aswinikumar@edunetfoundation.org::8849ae8d-bc89-4217-899c-9440ffcae5bb" providerId="AD" clId="Web-{5597DED7-87E9-8FFE-C42B-07F44890EE69}" dt="2026-07-14T12:42:56.721" v="23"/>
        <pc:sldMkLst>
          <pc:docMk/>
          <pc:sldMk cId="1229047658" sldId="288"/>
        </pc:sldMkLst>
      </pc:sldChg>
      <pc:sldChg chg="del">
        <pc:chgData name="Aswini Kumar Motapothula" userId="S::aswinikumar@edunetfoundation.org::8849ae8d-bc89-4217-899c-9440ffcae5bb" providerId="AD" clId="Web-{5597DED7-87E9-8FFE-C42B-07F44890EE69}" dt="2026-07-14T12:42:56.721" v="22"/>
        <pc:sldMkLst>
          <pc:docMk/>
          <pc:sldMk cId="2506610743" sldId="289"/>
        </pc:sldMkLst>
      </pc:sldChg>
      <pc:sldChg chg="add">
        <pc:chgData name="Aswini Kumar Motapothula" userId="S::aswinikumar@edunetfoundation.org::8849ae8d-bc89-4217-899c-9440ffcae5bb" providerId="AD" clId="Web-{5597DED7-87E9-8FFE-C42B-07F44890EE69}" dt="2026-07-14T12:42:28.157" v="0"/>
        <pc:sldMkLst>
          <pc:docMk/>
          <pc:sldMk cId="3828559527" sldId="290"/>
        </pc:sldMkLst>
      </pc:sldChg>
      <pc:sldChg chg="add">
        <pc:chgData name="Aswini Kumar Motapothula" userId="S::aswinikumar@edunetfoundation.org::8849ae8d-bc89-4217-899c-9440ffcae5bb" providerId="AD" clId="Web-{5597DED7-87E9-8FFE-C42B-07F44890EE69}" dt="2026-07-14T12:42:28.204" v="1"/>
        <pc:sldMkLst>
          <pc:docMk/>
          <pc:sldMk cId="952317876" sldId="291"/>
        </pc:sldMkLst>
      </pc:sldChg>
      <pc:sldChg chg="add">
        <pc:chgData name="Aswini Kumar Motapothula" userId="S::aswinikumar@edunetfoundation.org::8849ae8d-bc89-4217-899c-9440ffcae5bb" providerId="AD" clId="Web-{5597DED7-87E9-8FFE-C42B-07F44890EE69}" dt="2026-07-14T12:42:28.266" v="2"/>
        <pc:sldMkLst>
          <pc:docMk/>
          <pc:sldMk cId="261653373" sldId="292"/>
        </pc:sldMkLst>
      </pc:sldChg>
      <pc:sldChg chg="add">
        <pc:chgData name="Aswini Kumar Motapothula" userId="S::aswinikumar@edunetfoundation.org::8849ae8d-bc89-4217-899c-9440ffcae5bb" providerId="AD" clId="Web-{5597DED7-87E9-8FFE-C42B-07F44890EE69}" dt="2026-07-14T12:42:28.313" v="3"/>
        <pc:sldMkLst>
          <pc:docMk/>
          <pc:sldMk cId="619459906" sldId="293"/>
        </pc:sldMkLst>
      </pc:sldChg>
      <pc:sldChg chg="add">
        <pc:chgData name="Aswini Kumar Motapothula" userId="S::aswinikumar@edunetfoundation.org::8849ae8d-bc89-4217-899c-9440ffcae5bb" providerId="AD" clId="Web-{5597DED7-87E9-8FFE-C42B-07F44890EE69}" dt="2026-07-14T12:42:28.360" v="4"/>
        <pc:sldMkLst>
          <pc:docMk/>
          <pc:sldMk cId="443603904" sldId="294"/>
        </pc:sldMkLst>
      </pc:sldChg>
      <pc:sldChg chg="add">
        <pc:chgData name="Aswini Kumar Motapothula" userId="S::aswinikumar@edunetfoundation.org::8849ae8d-bc89-4217-899c-9440ffcae5bb" providerId="AD" clId="Web-{5597DED7-87E9-8FFE-C42B-07F44890EE69}" dt="2026-07-14T12:42:28.563" v="5"/>
        <pc:sldMkLst>
          <pc:docMk/>
          <pc:sldMk cId="3114963633" sldId="295"/>
        </pc:sldMkLst>
      </pc:sldChg>
      <pc:sldChg chg="add">
        <pc:chgData name="Aswini Kumar Motapothula" userId="S::aswinikumar@edunetfoundation.org::8849ae8d-bc89-4217-899c-9440ffcae5bb" providerId="AD" clId="Web-{5597DED7-87E9-8FFE-C42B-07F44890EE69}" dt="2026-07-14T12:42:28.735" v="6"/>
        <pc:sldMkLst>
          <pc:docMk/>
          <pc:sldMk cId="1316545553" sldId="296"/>
        </pc:sldMkLst>
      </pc:sldChg>
      <pc:sldChg chg="add">
        <pc:chgData name="Aswini Kumar Motapothula" userId="S::aswinikumar@edunetfoundation.org::8849ae8d-bc89-4217-899c-9440ffcae5bb" providerId="AD" clId="Web-{5597DED7-87E9-8FFE-C42B-07F44890EE69}" dt="2026-07-14T12:42:28.923" v="7"/>
        <pc:sldMkLst>
          <pc:docMk/>
          <pc:sldMk cId="232371894" sldId="297"/>
        </pc:sldMkLst>
      </pc:sldChg>
      <pc:sldChg chg="add">
        <pc:chgData name="Aswini Kumar Motapothula" userId="S::aswinikumar@edunetfoundation.org::8849ae8d-bc89-4217-899c-9440ffcae5bb" providerId="AD" clId="Web-{5597DED7-87E9-8FFE-C42B-07F44890EE69}" dt="2026-07-14T12:42:29.094" v="8"/>
        <pc:sldMkLst>
          <pc:docMk/>
          <pc:sldMk cId="445195169" sldId="298"/>
        </pc:sldMkLst>
      </pc:sldChg>
      <pc:sldChg chg="add">
        <pc:chgData name="Aswini Kumar Motapothula" userId="S::aswinikumar@edunetfoundation.org::8849ae8d-bc89-4217-899c-9440ffcae5bb" providerId="AD" clId="Web-{5597DED7-87E9-8FFE-C42B-07F44890EE69}" dt="2026-07-14T12:42:29.235" v="9"/>
        <pc:sldMkLst>
          <pc:docMk/>
          <pc:sldMk cId="4000696967" sldId="299"/>
        </pc:sldMkLst>
      </pc:sldChg>
      <pc:sldChg chg="add">
        <pc:chgData name="Aswini Kumar Motapothula" userId="S::aswinikumar@edunetfoundation.org::8849ae8d-bc89-4217-899c-9440ffcae5bb" providerId="AD" clId="Web-{5597DED7-87E9-8FFE-C42B-07F44890EE69}" dt="2026-07-14T12:42:29.345" v="10"/>
        <pc:sldMkLst>
          <pc:docMk/>
          <pc:sldMk cId="893417001" sldId="300"/>
        </pc:sldMkLst>
      </pc:sldChg>
      <pc:sldChg chg="add">
        <pc:chgData name="Aswini Kumar Motapothula" userId="S::aswinikumar@edunetfoundation.org::8849ae8d-bc89-4217-899c-9440ffcae5bb" providerId="AD" clId="Web-{5597DED7-87E9-8FFE-C42B-07F44890EE69}" dt="2026-07-14T12:42:29.548" v="11"/>
        <pc:sldMkLst>
          <pc:docMk/>
          <pc:sldMk cId="1429961814" sldId="301"/>
        </pc:sldMkLst>
      </pc:sldChg>
      <pc:sldChg chg="add">
        <pc:chgData name="Aswini Kumar Motapothula" userId="S::aswinikumar@edunetfoundation.org::8849ae8d-bc89-4217-899c-9440ffcae5bb" providerId="AD" clId="Web-{5597DED7-87E9-8FFE-C42B-07F44890EE69}" dt="2026-07-14T12:42:29.704" v="12"/>
        <pc:sldMkLst>
          <pc:docMk/>
          <pc:sldMk cId="3585092305" sldId="302"/>
        </pc:sldMkLst>
      </pc:sldChg>
      <pc:sldChg chg="add">
        <pc:chgData name="Aswini Kumar Motapothula" userId="S::aswinikumar@edunetfoundation.org::8849ae8d-bc89-4217-899c-9440ffcae5bb" providerId="AD" clId="Web-{5597DED7-87E9-8FFE-C42B-07F44890EE69}" dt="2026-07-14T12:42:29.876" v="13"/>
        <pc:sldMkLst>
          <pc:docMk/>
          <pc:sldMk cId="2601907186" sldId="303"/>
        </pc:sldMkLst>
      </pc:sldChg>
      <pc:sldChg chg="add">
        <pc:chgData name="Aswini Kumar Motapothula" userId="S::aswinikumar@edunetfoundation.org::8849ae8d-bc89-4217-899c-9440ffcae5bb" providerId="AD" clId="Web-{5597DED7-87E9-8FFE-C42B-07F44890EE69}" dt="2026-07-14T12:42:29.938" v="14"/>
        <pc:sldMkLst>
          <pc:docMk/>
          <pc:sldMk cId="2325282270" sldId="304"/>
        </pc:sldMkLst>
      </pc:sldChg>
      <pc:sldChg chg="add">
        <pc:chgData name="Aswini Kumar Motapothula" userId="S::aswinikumar@edunetfoundation.org::8849ae8d-bc89-4217-899c-9440ffcae5bb" providerId="AD" clId="Web-{5597DED7-87E9-8FFE-C42B-07F44890EE69}" dt="2026-07-14T12:42:29.970" v="15"/>
        <pc:sldMkLst>
          <pc:docMk/>
          <pc:sldMk cId="4040412275" sldId="305"/>
        </pc:sldMkLst>
      </pc:sldChg>
      <pc:sldChg chg="add">
        <pc:chgData name="Aswini Kumar Motapothula" userId="S::aswinikumar@edunetfoundation.org::8849ae8d-bc89-4217-899c-9440ffcae5bb" providerId="AD" clId="Web-{5597DED7-87E9-8FFE-C42B-07F44890EE69}" dt="2026-07-14T12:42:30.016" v="16"/>
        <pc:sldMkLst>
          <pc:docMk/>
          <pc:sldMk cId="740028465" sldId="306"/>
        </pc:sldMkLst>
      </pc:sldChg>
      <pc:sldChg chg="add">
        <pc:chgData name="Aswini Kumar Motapothula" userId="S::aswinikumar@edunetfoundation.org::8849ae8d-bc89-4217-899c-9440ffcae5bb" providerId="AD" clId="Web-{5597DED7-87E9-8FFE-C42B-07F44890EE69}" dt="2026-07-14T12:42:30.157" v="17"/>
        <pc:sldMkLst>
          <pc:docMk/>
          <pc:sldMk cId="2833482715" sldId="307"/>
        </pc:sldMkLst>
      </pc:sldChg>
      <pc:sldChg chg="add">
        <pc:chgData name="Aswini Kumar Motapothula" userId="S::aswinikumar@edunetfoundation.org::8849ae8d-bc89-4217-899c-9440ffcae5bb" providerId="AD" clId="Web-{5597DED7-87E9-8FFE-C42B-07F44890EE69}" dt="2026-07-14T12:42:30.282" v="18"/>
        <pc:sldMkLst>
          <pc:docMk/>
          <pc:sldMk cId="4175177701" sldId="308"/>
        </pc:sldMkLst>
      </pc:sldChg>
      <pc:sldChg chg="add">
        <pc:chgData name="Aswini Kumar Motapothula" userId="S::aswinikumar@edunetfoundation.org::8849ae8d-bc89-4217-899c-9440ffcae5bb" providerId="AD" clId="Web-{5597DED7-87E9-8FFE-C42B-07F44890EE69}" dt="2026-07-14T12:42:30.391" v="19"/>
        <pc:sldMkLst>
          <pc:docMk/>
          <pc:sldMk cId="1440137342" sldId="309"/>
        </pc:sldMkLst>
      </pc:sldChg>
    </pc:docChg>
  </pc:docChgLst>
  <pc:docChgLst>
    <pc:chgData name="Aswini Kumar Motapothula" userId="S::aswinikumar@edunetfoundation.org::8849ae8d-bc89-4217-899c-9440ffcae5bb" providerId="AD" clId="Web-{0037A25B-DA5D-A37C-3B36-7F0977405ABF}"/>
    <pc:docChg chg="addSld modSld">
      <pc:chgData name="Aswini Kumar Motapothula" userId="S::aswinikumar@edunetfoundation.org::8849ae8d-bc89-4217-899c-9440ffcae5bb" providerId="AD" clId="Web-{0037A25B-DA5D-A37C-3B36-7F0977405ABF}" dt="2026-06-19T05:59:39.887" v="95" actId="20577"/>
      <pc:docMkLst>
        <pc:docMk/>
      </pc:docMkLst>
      <pc:sldChg chg="addSp delSp modSp">
        <pc:chgData name="Aswini Kumar Motapothula" userId="S::aswinikumar@edunetfoundation.org::8849ae8d-bc89-4217-899c-9440ffcae5bb" providerId="AD" clId="Web-{0037A25B-DA5D-A37C-3B36-7F0977405ABF}" dt="2026-06-19T05:59:39.887" v="95" actId="20577"/>
        <pc:sldMkLst>
          <pc:docMk/>
          <pc:sldMk cId="1229047658" sldId="288"/>
        </pc:sldMkLst>
        <pc:spChg chg="add mod">
          <ac:chgData name="Aswini Kumar Motapothula" userId="S::aswinikumar@edunetfoundation.org::8849ae8d-bc89-4217-899c-9440ffcae5bb" providerId="AD" clId="Web-{0037A25B-DA5D-A37C-3B36-7F0977405ABF}" dt="2026-06-19T05:59:39.887" v="95" actId="20577"/>
          <ac:spMkLst>
            <pc:docMk/>
            <pc:sldMk cId="1229047658" sldId="288"/>
            <ac:spMk id="3" creationId="{4837D5EE-379B-FDC5-0854-8AC81D31FADF}"/>
          </ac:spMkLst>
        </pc:spChg>
      </pc:sldChg>
      <pc:sldChg chg="addSp delSp modSp new">
        <pc:chgData name="Aswini Kumar Motapothula" userId="S::aswinikumar@edunetfoundation.org::8849ae8d-bc89-4217-899c-9440ffcae5bb" providerId="AD" clId="Web-{0037A25B-DA5D-A37C-3B36-7F0977405ABF}" dt="2026-06-19T05:55:38.278" v="91" actId="1076"/>
        <pc:sldMkLst>
          <pc:docMk/>
          <pc:sldMk cId="2506610743" sldId="289"/>
        </pc:sldMkLst>
        <pc:spChg chg="add mod">
          <ac:chgData name="Aswini Kumar Motapothula" userId="S::aswinikumar@edunetfoundation.org::8849ae8d-bc89-4217-899c-9440ffcae5bb" providerId="AD" clId="Web-{0037A25B-DA5D-A37C-3B36-7F0977405ABF}" dt="2026-06-19T05:54:43.950" v="57" actId="1076"/>
          <ac:spMkLst>
            <pc:docMk/>
            <pc:sldMk cId="2506610743" sldId="289"/>
            <ac:spMk id="5" creationId="{CA8544A9-CF92-3FAF-D3EE-31DF90F7A64D}"/>
          </ac:spMkLst>
        </pc:spChg>
        <pc:spChg chg="add mod">
          <ac:chgData name="Aswini Kumar Motapothula" userId="S::aswinikumar@edunetfoundation.org::8849ae8d-bc89-4217-899c-9440ffcae5bb" providerId="AD" clId="Web-{0037A25B-DA5D-A37C-3B36-7F0977405ABF}" dt="2026-06-19T05:55:27.278" v="87" actId="20577"/>
          <ac:spMkLst>
            <pc:docMk/>
            <pc:sldMk cId="2506610743" sldId="289"/>
            <ac:spMk id="6" creationId="{C0D36B1A-26C2-CD55-1032-4CB5E4EDF305}"/>
          </ac:spMkLst>
        </pc:spChg>
        <pc:picChg chg="add mod modCrop">
          <ac:chgData name="Aswini Kumar Motapothula" userId="S::aswinikumar@edunetfoundation.org::8849ae8d-bc89-4217-899c-9440ffcae5bb" providerId="AD" clId="Web-{0037A25B-DA5D-A37C-3B36-7F0977405ABF}" dt="2026-06-19T05:55:38.278" v="91" actId="1076"/>
          <ac:picMkLst>
            <pc:docMk/>
            <pc:sldMk cId="2506610743" sldId="289"/>
            <ac:picMk id="4" creationId="{099C3698-991D-7A38-C456-893C84C23FC9}"/>
          </ac:picMkLst>
        </pc:picChg>
      </pc:sldChg>
    </pc:docChg>
  </pc:docChgLst>
  <pc:docChgLst>
    <pc:chgData name="Aman Shrivastava" userId="S::ashrivastava@edunetfoundation.org::c21995ab-fa37-4cde-b5a3-dec0fb9e9a10" providerId="AD" clId="Web-{A6B9108B-7598-1D50-C4AA-8A38026DAEEF}"/>
    <pc:docChg chg="modSld">
      <pc:chgData name="Aman Shrivastava" userId="S::ashrivastava@edunetfoundation.org::c21995ab-fa37-4cde-b5a3-dec0fb9e9a10" providerId="AD" clId="Web-{A6B9108B-7598-1D50-C4AA-8A38026DAEEF}" dt="2026-06-19T06:56:18.840" v="15" actId="20577"/>
      <pc:docMkLst>
        <pc:docMk/>
      </pc:docMkLst>
      <pc:sldChg chg="modSp">
        <pc:chgData name="Aman Shrivastava" userId="S::ashrivastava@edunetfoundation.org::c21995ab-fa37-4cde-b5a3-dec0fb9e9a10" providerId="AD" clId="Web-{A6B9108B-7598-1D50-C4AA-8A38026DAEEF}" dt="2026-06-19T06:56:18.840" v="15" actId="20577"/>
        <pc:sldMkLst>
          <pc:docMk/>
          <pc:sldMk cId="2605851928" sldId="287"/>
        </pc:sldMkLst>
        <pc:spChg chg="mod">
          <ac:chgData name="Aman Shrivastava" userId="S::ashrivastava@edunetfoundation.org::c21995ab-fa37-4cde-b5a3-dec0fb9e9a10" providerId="AD" clId="Web-{A6B9108B-7598-1D50-C4AA-8A38026DAEEF}" dt="2026-06-19T06:56:18.840" v="15" actId="20577"/>
          <ac:spMkLst>
            <pc:docMk/>
            <pc:sldMk cId="2605851928" sldId="287"/>
            <ac:spMk id="279" creationId="{3711AF54-94A6-B837-31EF-9A8C4ECB9AF6}"/>
          </ac:spMkLst>
        </pc:spChg>
      </pc:sldChg>
      <pc:sldChg chg="addSp delSp modSp">
        <pc:chgData name="Aman Shrivastava" userId="S::ashrivastava@edunetfoundation.org::c21995ab-fa37-4cde-b5a3-dec0fb9e9a10" providerId="AD" clId="Web-{A6B9108B-7598-1D50-C4AA-8A38026DAEEF}" dt="2026-06-19T06:56:04.356" v="13" actId="1076"/>
        <pc:sldMkLst>
          <pc:docMk/>
          <pc:sldMk cId="1229047658" sldId="288"/>
        </pc:sldMkLst>
        <pc:picChg chg="add mod">
          <ac:chgData name="Aman Shrivastava" userId="S::ashrivastava@edunetfoundation.org::c21995ab-fa37-4cde-b5a3-dec0fb9e9a10" providerId="AD" clId="Web-{A6B9108B-7598-1D50-C4AA-8A38026DAEEF}" dt="2026-06-19T06:56:04.356" v="13" actId="1076"/>
          <ac:picMkLst>
            <pc:docMk/>
            <pc:sldMk cId="1229047658" sldId="288"/>
            <ac:picMk id="4" creationId="{A037CFD0-B7FF-D9BE-3433-88E5844EF332}"/>
          </ac:picMkLst>
        </pc:picChg>
      </pc:sldChg>
      <pc:sldChg chg="addSp delSp modSp">
        <pc:chgData name="Aman Shrivastava" userId="S::ashrivastava@edunetfoundation.org::c21995ab-fa37-4cde-b5a3-dec0fb9e9a10" providerId="AD" clId="Web-{A6B9108B-7598-1D50-C4AA-8A38026DAEEF}" dt="2026-06-19T06:53:17.010" v="3"/>
        <pc:sldMkLst>
          <pc:docMk/>
          <pc:sldMk cId="2506610743" sldId="289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89" name="Google Shape;89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48C2B95B-FB15-C156-6AF1-35B3581816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3:notes">
            <a:extLst>
              <a:ext uri="{FF2B5EF4-FFF2-40B4-BE49-F238E27FC236}">
                <a16:creationId xmlns:a16="http://schemas.microsoft.com/office/drawing/2014/main" id="{770A13E9-BC77-63DA-E106-A3FA8022811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3:notes">
            <a:extLst>
              <a:ext uri="{FF2B5EF4-FFF2-40B4-BE49-F238E27FC236}">
                <a16:creationId xmlns:a16="http://schemas.microsoft.com/office/drawing/2014/main" id="{29067B0F-2F4F-7081-A661-0AE31BFBB78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60554109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E37D20EF-0791-5303-F96E-0F0C1B50B7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3:notes">
            <a:extLst>
              <a:ext uri="{FF2B5EF4-FFF2-40B4-BE49-F238E27FC236}">
                <a16:creationId xmlns:a16="http://schemas.microsoft.com/office/drawing/2014/main" id="{9DCBA8EB-6D71-7B5E-841C-4BFFBDA5F1B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3:notes">
            <a:extLst>
              <a:ext uri="{FF2B5EF4-FFF2-40B4-BE49-F238E27FC236}">
                <a16:creationId xmlns:a16="http://schemas.microsoft.com/office/drawing/2014/main" id="{5C2CD162-5BE5-06C8-E06C-B4A49D4BCFF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33135405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7">
          <a:extLst>
            <a:ext uri="{FF2B5EF4-FFF2-40B4-BE49-F238E27FC236}">
              <a16:creationId xmlns:a16="http://schemas.microsoft.com/office/drawing/2014/main" id="{11626E4B-E119-2382-6F8F-518641144E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10:notes">
            <a:extLst>
              <a:ext uri="{FF2B5EF4-FFF2-40B4-BE49-F238E27FC236}">
                <a16:creationId xmlns:a16="http://schemas.microsoft.com/office/drawing/2014/main" id="{01A6FF9F-971F-6CD8-61F5-25638A5985F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9" name="Google Shape;199;p10:notes">
            <a:extLst>
              <a:ext uri="{FF2B5EF4-FFF2-40B4-BE49-F238E27FC236}">
                <a16:creationId xmlns:a16="http://schemas.microsoft.com/office/drawing/2014/main" id="{C8EB5C80-6A4B-AE05-9BE0-03B5AF5C22A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68273657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8">
          <a:extLst>
            <a:ext uri="{FF2B5EF4-FFF2-40B4-BE49-F238E27FC236}">
              <a16:creationId xmlns:a16="http://schemas.microsoft.com/office/drawing/2014/main" id="{59B870D7-ED5B-C7CD-FB99-2991954CAA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5:notes">
            <a:extLst>
              <a:ext uri="{FF2B5EF4-FFF2-40B4-BE49-F238E27FC236}">
                <a16:creationId xmlns:a16="http://schemas.microsoft.com/office/drawing/2014/main" id="{C8B270BB-F67C-52E3-249C-6FE0C237CA9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0" name="Google Shape;130;p5:notes">
            <a:extLst>
              <a:ext uri="{FF2B5EF4-FFF2-40B4-BE49-F238E27FC236}">
                <a16:creationId xmlns:a16="http://schemas.microsoft.com/office/drawing/2014/main" id="{151B863E-6240-36E9-EB23-2DAA667D251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07985781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0">
          <a:extLst>
            <a:ext uri="{FF2B5EF4-FFF2-40B4-BE49-F238E27FC236}">
              <a16:creationId xmlns:a16="http://schemas.microsoft.com/office/drawing/2014/main" id="{279463AA-D7FA-5F7E-C4D0-06BDEDCBB9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7:notes">
            <a:extLst>
              <a:ext uri="{FF2B5EF4-FFF2-40B4-BE49-F238E27FC236}">
                <a16:creationId xmlns:a16="http://schemas.microsoft.com/office/drawing/2014/main" id="{A84E3171-2C5C-8738-5718-5608CE1B13A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2" name="Google Shape;172;p7:notes">
            <a:extLst>
              <a:ext uri="{FF2B5EF4-FFF2-40B4-BE49-F238E27FC236}">
                <a16:creationId xmlns:a16="http://schemas.microsoft.com/office/drawing/2014/main" id="{E16E406D-2512-5EF2-0167-6C895346954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00351036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2" name="Google Shape;172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0" name="Google Shape;190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1">
          <a:extLst>
            <a:ext uri="{FF2B5EF4-FFF2-40B4-BE49-F238E27FC236}">
              <a16:creationId xmlns:a16="http://schemas.microsoft.com/office/drawing/2014/main" id="{FB18EFA4-CD13-16C4-504B-6DB7E86CE0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18:notes">
            <a:extLst>
              <a:ext uri="{FF2B5EF4-FFF2-40B4-BE49-F238E27FC236}">
                <a16:creationId xmlns:a16="http://schemas.microsoft.com/office/drawing/2014/main" id="{E8E16183-6BFA-E60A-1235-F3BFB1B1F6E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3" name="Google Shape;273;p18:notes">
            <a:extLst>
              <a:ext uri="{FF2B5EF4-FFF2-40B4-BE49-F238E27FC236}">
                <a16:creationId xmlns:a16="http://schemas.microsoft.com/office/drawing/2014/main" id="{C4420B06-3455-3F20-5E28-90535F24DA2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96517532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1">
          <a:extLst>
            <a:ext uri="{FF2B5EF4-FFF2-40B4-BE49-F238E27FC236}">
              <a16:creationId xmlns:a16="http://schemas.microsoft.com/office/drawing/2014/main" id="{8E9CB32A-B328-07DF-4F33-E0118C920B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18:notes">
            <a:extLst>
              <a:ext uri="{FF2B5EF4-FFF2-40B4-BE49-F238E27FC236}">
                <a16:creationId xmlns:a16="http://schemas.microsoft.com/office/drawing/2014/main" id="{8BD392DC-EA03-14B5-7A53-AC36124B41C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3" name="Google Shape;273;p18:notes">
            <a:extLst>
              <a:ext uri="{FF2B5EF4-FFF2-40B4-BE49-F238E27FC236}">
                <a16:creationId xmlns:a16="http://schemas.microsoft.com/office/drawing/2014/main" id="{F90BE8D5-07EC-73D0-0A62-4778024FF05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28420779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1">
          <a:extLst>
            <a:ext uri="{FF2B5EF4-FFF2-40B4-BE49-F238E27FC236}">
              <a16:creationId xmlns:a16="http://schemas.microsoft.com/office/drawing/2014/main" id="{4F18774C-544B-0071-4FA9-86D0ADEC5A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18:notes">
            <a:extLst>
              <a:ext uri="{FF2B5EF4-FFF2-40B4-BE49-F238E27FC236}">
                <a16:creationId xmlns:a16="http://schemas.microsoft.com/office/drawing/2014/main" id="{68645894-EE59-A5F4-D411-C82EB564E1C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3" name="Google Shape;273;p18:notes">
            <a:extLst>
              <a:ext uri="{FF2B5EF4-FFF2-40B4-BE49-F238E27FC236}">
                <a16:creationId xmlns:a16="http://schemas.microsoft.com/office/drawing/2014/main" id="{FEE489F0-0910-6D8B-0254-C25DB088272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87735855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1">
          <a:extLst>
            <a:ext uri="{FF2B5EF4-FFF2-40B4-BE49-F238E27FC236}">
              <a16:creationId xmlns:a16="http://schemas.microsoft.com/office/drawing/2014/main" id="{BB47F127-39C9-4CE0-52A6-66BD53AE96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18:notes">
            <a:extLst>
              <a:ext uri="{FF2B5EF4-FFF2-40B4-BE49-F238E27FC236}">
                <a16:creationId xmlns:a16="http://schemas.microsoft.com/office/drawing/2014/main" id="{57CB72F8-8B0E-1466-D091-917F3E75592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3" name="Google Shape;273;p18:notes">
            <a:extLst>
              <a:ext uri="{FF2B5EF4-FFF2-40B4-BE49-F238E27FC236}">
                <a16:creationId xmlns:a16="http://schemas.microsoft.com/office/drawing/2014/main" id="{1CEA3A31-DD75-5F0D-19FB-8192F5E7F99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94587127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1">
          <a:extLst>
            <a:ext uri="{FF2B5EF4-FFF2-40B4-BE49-F238E27FC236}">
              <a16:creationId xmlns:a16="http://schemas.microsoft.com/office/drawing/2014/main" id="{BB47F127-39C9-4CE0-52A6-66BD53AE96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18:notes">
            <a:extLst>
              <a:ext uri="{FF2B5EF4-FFF2-40B4-BE49-F238E27FC236}">
                <a16:creationId xmlns:a16="http://schemas.microsoft.com/office/drawing/2014/main" id="{57CB72F8-8B0E-1466-D091-917F3E75592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3" name="Google Shape;273;p18:notes">
            <a:extLst>
              <a:ext uri="{FF2B5EF4-FFF2-40B4-BE49-F238E27FC236}">
                <a16:creationId xmlns:a16="http://schemas.microsoft.com/office/drawing/2014/main" id="{1CEA3A31-DD75-5F0D-19FB-8192F5E7F99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03796139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7">
          <a:extLst>
            <a:ext uri="{FF2B5EF4-FFF2-40B4-BE49-F238E27FC236}">
              <a16:creationId xmlns:a16="http://schemas.microsoft.com/office/drawing/2014/main" id="{C2F88CF5-D0C3-0228-6C1A-E849738B9B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10:notes">
            <a:extLst>
              <a:ext uri="{FF2B5EF4-FFF2-40B4-BE49-F238E27FC236}">
                <a16:creationId xmlns:a16="http://schemas.microsoft.com/office/drawing/2014/main" id="{15C41DBA-EB5E-9EB1-28D2-68EF3081A29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9" name="Google Shape;199;p10:notes">
            <a:extLst>
              <a:ext uri="{FF2B5EF4-FFF2-40B4-BE49-F238E27FC236}">
                <a16:creationId xmlns:a16="http://schemas.microsoft.com/office/drawing/2014/main" id="{9AACA92E-BC74-25E5-B8D5-2E658F81C2F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05758711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1">
          <a:extLst>
            <a:ext uri="{FF2B5EF4-FFF2-40B4-BE49-F238E27FC236}">
              <a16:creationId xmlns:a16="http://schemas.microsoft.com/office/drawing/2014/main" id="{A795C14E-5D6A-39A3-2018-2C72BB451B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18:notes">
            <a:extLst>
              <a:ext uri="{FF2B5EF4-FFF2-40B4-BE49-F238E27FC236}">
                <a16:creationId xmlns:a16="http://schemas.microsoft.com/office/drawing/2014/main" id="{85B8BB2F-0927-3841-AC64-CC67B503586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3" name="Google Shape;273;p18:notes">
            <a:extLst>
              <a:ext uri="{FF2B5EF4-FFF2-40B4-BE49-F238E27FC236}">
                <a16:creationId xmlns:a16="http://schemas.microsoft.com/office/drawing/2014/main" id="{58797E72-A3BC-0A49-07C4-DE7FDA75236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05207868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1">
          <a:extLst>
            <a:ext uri="{FF2B5EF4-FFF2-40B4-BE49-F238E27FC236}">
              <a16:creationId xmlns:a16="http://schemas.microsoft.com/office/drawing/2014/main" id="{466C47D1-19F6-52AF-3914-DD3C990589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18:notes">
            <a:extLst>
              <a:ext uri="{FF2B5EF4-FFF2-40B4-BE49-F238E27FC236}">
                <a16:creationId xmlns:a16="http://schemas.microsoft.com/office/drawing/2014/main" id="{ACA1F779-4C2B-4CD1-FBDD-A40F0A32234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3" name="Google Shape;273;p18:notes">
            <a:extLst>
              <a:ext uri="{FF2B5EF4-FFF2-40B4-BE49-F238E27FC236}">
                <a16:creationId xmlns:a16="http://schemas.microsoft.com/office/drawing/2014/main" id="{40004D30-6E86-E263-D5DA-7577B1C759B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62216939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5" name="Google Shape;305;p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2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2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0" name="Google Shape;20;p2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2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2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24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24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26" name="Google Shape;26;p2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2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8" name="Google Shape;28;p2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25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25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2" name="Google Shape;32;p25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3" name="Google Shape;33;p2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2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2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26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26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39" name="Google Shape;39;p26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0" name="Google Shape;40;p26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1" name="Google Shape;41;p26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2" name="Google Shape;42;p2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2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4" name="Google Shape;44;p2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27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2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2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2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2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2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2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9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29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29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58" name="Google Shape;58;p2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2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2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30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30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30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5" name="Google Shape;65;p3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3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3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3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31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3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3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3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32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32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3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3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3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2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21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2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2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2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50" r:id="rId1"/>
    <p:sldLayoutId id="2147483651" r:id="rId2"/>
    <p:sldLayoutId id="2147483652" r:id="rId3"/>
    <p:sldLayoutId id="2147483653" r:id="rId4"/>
    <p:sldLayoutId id="2147483654" r:id="rId5"/>
    <p:sldLayoutId id="2147483655" r:id="rId6"/>
    <p:sldLayoutId id="2147483656" r:id="rId7"/>
    <p:sldLayoutId id="2147483657" r:id="rId8"/>
    <p:sldLayoutId id="2147483658" r:id="rId9"/>
    <p:sldLayoutId id="2147483659" r:id="rId1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mailto:Lakshyajain688@gmail.com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jpe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LakshyaJain779/IBM_SkillBuild_AICTE_Edunet_Foundation" TargetMode="External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F97BF8-B3EC-77A2-9BFD-D66830272D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6600" b="1"/>
              <a:t>IBM University Engagement Project Submission</a:t>
            </a:r>
            <a:br>
              <a:rPr lang="en-US" b="1"/>
            </a:b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FAB85A1-2169-FF43-3E91-E2E8ADA742F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14730" y="3903663"/>
            <a:ext cx="10515600" cy="1500187"/>
          </a:xfrm>
        </p:spPr>
        <p:txBody>
          <a:bodyPr/>
          <a:lstStyle/>
          <a:p>
            <a:pPr algn="ctr"/>
            <a:r>
              <a:rPr lang="en-US" b="1" i="1"/>
              <a:t>“Exploring the Power of Agentic AI with IBM Granite and IBM Bob”</a:t>
            </a:r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2855952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2"/>
          <p:cNvSpPr/>
          <p:nvPr/>
        </p:nvSpPr>
        <p:spPr>
          <a:xfrm>
            <a:off x="690624" y="4425370"/>
            <a:ext cx="10795794" cy="1992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Calibri"/>
              <a:buNone/>
            </a:pPr>
            <a:endParaRPr sz="1500" b="0" i="0" u="none" strike="noStrike" cap="non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95" name="Google Shape;95;p2"/>
          <p:cNvSpPr txBox="1"/>
          <p:nvPr/>
        </p:nvSpPr>
        <p:spPr>
          <a:xfrm>
            <a:off x="1102321" y="1174639"/>
            <a:ext cx="7426406" cy="4515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3200"/>
              <a:buFont typeface="Times New Roman"/>
              <a:buNone/>
            </a:pPr>
            <a:endParaRPr sz="3200" b="1" i="0" u="none" strike="noStrike" cap="none">
              <a:solidFill>
                <a:srgbClr val="00206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graphicFrame>
        <p:nvGraphicFramePr>
          <p:cNvPr id="96" name="Google Shape;96;p2"/>
          <p:cNvGraphicFramePr/>
          <p:nvPr>
            <p:extLst>
              <p:ext uri="{D42A27DB-BD31-4B8C-83A1-F6EECF244321}">
                <p14:modId xmlns:p14="http://schemas.microsoft.com/office/powerpoint/2010/main" val="3472939474"/>
              </p:ext>
            </p:extLst>
          </p:nvPr>
        </p:nvGraphicFramePr>
        <p:xfrm>
          <a:off x="777478" y="2011697"/>
          <a:ext cx="10438543" cy="4443043"/>
        </p:xfrm>
        <a:graphic>
          <a:graphicData uri="http://schemas.openxmlformats.org/drawingml/2006/table">
            <a:tbl>
              <a:tblPr>
                <a:noFill/>
                <a:tableStyleId>{0AAD8F4D-43EB-41E5-8A38-28AB6DFB1B60}</a:tableStyleId>
              </a:tblPr>
              <a:tblGrid>
                <a:gridCol w="229422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1477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08028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4926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1303593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/>
                        <a:t>Student Name</a:t>
                      </a:r>
                      <a:endParaRPr sz="1800" u="none" strike="noStrike" cap="none"/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 dirty="0"/>
                        <a:t>Recent Passport Photo</a:t>
                      </a:r>
                      <a:endParaRPr sz="1800" u="none" strike="noStrike" cap="none" dirty="0"/>
                    </a:p>
                  </a:txBody>
                  <a:tcPr marL="91450" marR="91450" marT="45725" marB="45725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18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Calibri"/>
                          <a:cs typeface="Arial"/>
                          <a:sym typeface="Calibri"/>
                        </a:rPr>
                        <a:t>Email ID </a:t>
                      </a:r>
                      <a:endParaRPr sz="1800" b="0" i="0" u="none" strike="noStrike" cap="none">
                        <a:solidFill>
                          <a:srgbClr val="000000"/>
                        </a:solidFill>
                        <a:latin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800"/>
                        <a:buFont typeface="Calibri"/>
                        <a:buNone/>
                      </a:pPr>
                      <a:r>
                        <a:rPr lang="en-US" sz="18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Calibri"/>
                          <a:cs typeface="Arial"/>
                          <a:sym typeface="Calibri"/>
                        </a:rPr>
                        <a:t>Mobile number</a:t>
                      </a:r>
                      <a:endParaRPr sz="1800" b="0" i="0" u="none" strike="noStrike" cap="none">
                        <a:solidFill>
                          <a:srgbClr val="000000"/>
                        </a:solidFill>
                        <a:latin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800"/>
                        <a:buFont typeface="Calibri"/>
                        <a:buNone/>
                      </a:pPr>
                      <a:r>
                        <a:rPr lang="en-US" sz="18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Calibri"/>
                          <a:cs typeface="Arial"/>
                          <a:sym typeface="Calibri"/>
                        </a:rPr>
                        <a:t>[WhatsApp] </a:t>
                      </a:r>
                      <a:endParaRPr sz="1800" b="0" i="0" u="none" strike="noStrike" cap="none">
                        <a:solidFill>
                          <a:srgbClr val="000000"/>
                        </a:solidFill>
                        <a:latin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5B9BD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96577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 dirty="0"/>
                        <a:t>Lakshya Jain</a:t>
                      </a:r>
                      <a:endParaRPr sz="2000" dirty="0"/>
                    </a:p>
                  </a:txBody>
                  <a:tcPr marL="91450" marR="91450" marT="45725" marB="45725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0DEE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/>
                    </a:p>
                  </a:txBody>
                  <a:tcPr marL="91450" marR="91450" marT="45725" marB="45725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0DEE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 dirty="0"/>
                        <a:t>AICTE Registered Email ID – </a:t>
                      </a:r>
                      <a:r>
                        <a:rPr lang="en-US" sz="2000" dirty="0">
                          <a:hlinkClick r:id="rId3"/>
                        </a:rPr>
                        <a:t>Lakshyajain688@gmail.com</a:t>
                      </a:r>
                      <a:endParaRPr lang="en-US" sz="20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br>
                        <a:rPr lang="en-US" sz="2000" dirty="0"/>
                      </a:br>
                      <a:br>
                        <a:rPr lang="en-US" sz="2000" dirty="0"/>
                      </a:br>
                      <a:r>
                        <a:rPr lang="en-US" sz="2000" dirty="0"/>
                        <a:t>IBM </a:t>
                      </a:r>
                      <a:r>
                        <a:rPr lang="en-US" sz="2000" dirty="0" err="1"/>
                        <a:t>SkillsBuild</a:t>
                      </a:r>
                      <a:r>
                        <a:rPr lang="en-US" sz="2000" dirty="0"/>
                        <a:t> Platform Registered Email ID – Officiallylakshyajain@gmail.com</a:t>
                      </a:r>
                      <a:endParaRPr sz="2000" dirty="0"/>
                    </a:p>
                  </a:txBody>
                  <a:tcPr marL="91450" marR="91450" marT="45725" marB="45725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0DEE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 dirty="0"/>
                        <a:t>+91 9321440294</a:t>
                      </a:r>
                      <a:endParaRPr sz="2000" dirty="0"/>
                    </a:p>
                  </a:txBody>
                  <a:tcPr marL="91450" marR="91450" marT="45725" marB="45725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0D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A828B9EF-C084-F5D4-CA27-75AF7D995640}"/>
              </a:ext>
            </a:extLst>
          </p:cNvPr>
          <p:cNvSpPr txBox="1"/>
          <p:nvPr/>
        </p:nvSpPr>
        <p:spPr>
          <a:xfrm>
            <a:off x="1102321" y="1202392"/>
            <a:ext cx="1028025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Domain of  Project – </a:t>
            </a:r>
            <a:r>
              <a:rPr lang="en-US" sz="2400" b="1" dirty="0">
                <a:highlight>
                  <a:srgbClr val="FFFF00"/>
                </a:highlight>
              </a:rPr>
              <a:t>[</a:t>
            </a:r>
            <a:r>
              <a:rPr lang="en-US" sz="3200" b="1" dirty="0">
                <a:highlight>
                  <a:srgbClr val="FFFF00"/>
                </a:highlight>
              </a:rPr>
              <a:t>Travel and Tourism </a:t>
            </a:r>
            <a:r>
              <a:rPr lang="en-US" sz="2400" b="1" dirty="0">
                <a:highlight>
                  <a:srgbClr val="FFFF00"/>
                </a:highlight>
              </a:rPr>
              <a:t>]</a:t>
            </a:r>
            <a:endParaRPr lang="en-IN" sz="2400" b="1" dirty="0">
              <a:highlight>
                <a:srgbClr val="FFFF00"/>
              </a:highlight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D723CA3-EC2D-165A-F109-3759C4E9C8A4}"/>
              </a:ext>
            </a:extLst>
          </p:cNvPr>
          <p:cNvSpPr txBox="1"/>
          <p:nvPr/>
        </p:nvSpPr>
        <p:spPr>
          <a:xfrm>
            <a:off x="1206162" y="551965"/>
            <a:ext cx="958117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Project Tile – </a:t>
            </a:r>
            <a:r>
              <a:rPr lang="en-US" sz="2400" b="1" dirty="0">
                <a:highlight>
                  <a:srgbClr val="FFFF00"/>
                </a:highlight>
              </a:rPr>
              <a:t>[Travel Planner Agent – PS: 5</a:t>
            </a:r>
            <a:r>
              <a:rPr lang="en-US" sz="2000" b="1" dirty="0">
                <a:highlight>
                  <a:srgbClr val="FFFF00"/>
                </a:highlight>
              </a:rPr>
              <a:t>]</a:t>
            </a:r>
            <a:endParaRPr lang="en-IN" sz="2400" b="1" dirty="0">
              <a:highlight>
                <a:srgbClr val="FFFF00"/>
              </a:highlight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DCF4477-747A-439C-9B50-83FE27384BF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13762" y="3708510"/>
            <a:ext cx="1755425" cy="21917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231787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F4C0A7C6-2888-EA53-35AB-4072E6B1FD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6F6745E-14BA-0766-CE1E-32E29663832D}"/>
              </a:ext>
            </a:extLst>
          </p:cNvPr>
          <p:cNvSpPr txBox="1"/>
          <p:nvPr/>
        </p:nvSpPr>
        <p:spPr>
          <a:xfrm>
            <a:off x="576072" y="1501568"/>
            <a:ext cx="10607040" cy="46166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Problem Statement : Travel Planner Agent</a:t>
            </a:r>
          </a:p>
          <a:p>
            <a:r>
              <a:rPr lang="en-GB" b="1" dirty="0"/>
              <a:t>The Challenge</a:t>
            </a:r>
          </a:p>
          <a:p>
            <a:r>
              <a:rPr lang="en-GB" dirty="0"/>
              <a:t>Planning a trip can be time-consuming due to </a:t>
            </a:r>
            <a:r>
              <a:rPr lang="en-GB" b="1" dirty="0"/>
              <a:t>destination selection, budgeting, transportation, accommodation, and itinerary planning</a:t>
            </a:r>
            <a:r>
              <a:rPr lang="en-GB" dirty="0"/>
              <a:t>. Travelers often need to search multiple platforms to create a suitable plan based on their preferences and budget.</a:t>
            </a:r>
          </a:p>
          <a:p>
            <a:r>
              <a:rPr lang="en-GB" b="1" dirty="0"/>
              <a:t>The Objective</a:t>
            </a:r>
          </a:p>
          <a:p>
            <a:r>
              <a:rPr lang="en-GB" dirty="0"/>
              <a:t>Build an </a:t>
            </a:r>
            <a:r>
              <a:rPr lang="en-GB" b="1" dirty="0"/>
              <a:t>AI-powered Travel Planner Agent</a:t>
            </a:r>
            <a:r>
              <a:rPr lang="en-GB" dirty="0"/>
              <a:t> that provides </a:t>
            </a:r>
            <a:r>
              <a:rPr lang="en-GB" b="1" dirty="0"/>
              <a:t>personalized travel recommendations and itineraries</a:t>
            </a:r>
            <a:r>
              <a:rPr lang="en-GB" dirty="0"/>
              <a:t> based on the user's destination, budget, duration, and interests.</a:t>
            </a:r>
          </a:p>
          <a:p>
            <a:r>
              <a:rPr lang="en-GB" dirty="0"/>
              <a:t>The solution should:</a:t>
            </a:r>
          </a:p>
          <a:p>
            <a:r>
              <a:rPr lang="en-GB" dirty="0"/>
              <a:t>• </a:t>
            </a:r>
            <a:r>
              <a:rPr lang="en-GB" b="1" dirty="0"/>
              <a:t>Destination Recommendations</a:t>
            </a:r>
            <a:r>
              <a:rPr lang="en-GB" dirty="0"/>
              <a:t> – Suggest destinations and attractions based on user preferences.</a:t>
            </a:r>
          </a:p>
          <a:p>
            <a:r>
              <a:rPr lang="en-GB" dirty="0"/>
              <a:t>• </a:t>
            </a:r>
            <a:r>
              <a:rPr lang="en-GB" b="1" dirty="0"/>
              <a:t>Itinerary Generation</a:t>
            </a:r>
            <a:r>
              <a:rPr lang="en-GB" dirty="0"/>
              <a:t> – Create a day-by-day travel plan based on trip duration and interests.</a:t>
            </a:r>
          </a:p>
          <a:p>
            <a:r>
              <a:rPr lang="en-GB" dirty="0"/>
              <a:t>• </a:t>
            </a:r>
            <a:r>
              <a:rPr lang="en-GB" b="1" dirty="0"/>
              <a:t>Budget Planning</a:t>
            </a:r>
            <a:r>
              <a:rPr lang="en-GB" dirty="0"/>
              <a:t> – Estimate expenses for accommodation, food, transportation, and activities.</a:t>
            </a:r>
          </a:p>
          <a:p>
            <a:r>
              <a:rPr lang="en-GB" dirty="0"/>
              <a:t>• </a:t>
            </a:r>
            <a:r>
              <a:rPr lang="en-GB" b="1" dirty="0"/>
              <a:t>Activity Recommendations</a:t>
            </a:r>
            <a:r>
              <a:rPr lang="en-GB" dirty="0"/>
              <a:t> – Suggest sightseeing, restaurants, and activities.</a:t>
            </a:r>
          </a:p>
          <a:p>
            <a:r>
              <a:rPr lang="en-GB" dirty="0"/>
              <a:t>• </a:t>
            </a:r>
            <a:r>
              <a:rPr lang="en-GB" b="1" dirty="0"/>
              <a:t>Travel Guidance</a:t>
            </a:r>
            <a:r>
              <a:rPr lang="en-GB" dirty="0"/>
              <a:t> – Provide transportation options, travel tips, and useful suggestions.</a:t>
            </a:r>
          </a:p>
          <a:p>
            <a:r>
              <a:rPr lang="en-GB" dirty="0"/>
              <a:t>• </a:t>
            </a:r>
            <a:r>
              <a:rPr lang="en-GB" b="1" dirty="0"/>
              <a:t>Personalized Adjustments</a:t>
            </a:r>
            <a:r>
              <a:rPr lang="en-GB" dirty="0"/>
              <a:t> – Modify the itinerary according to budget, duration, interests, and travel style.</a:t>
            </a:r>
          </a:p>
          <a:p>
            <a:r>
              <a:rPr lang="en-GB" dirty="0"/>
              <a:t>• </a:t>
            </a:r>
            <a:r>
              <a:rPr lang="en-GB" b="1" dirty="0"/>
              <a:t>Multi-Agent System</a:t>
            </a:r>
            <a:endParaRPr lang="en-GB" dirty="0"/>
          </a:p>
          <a:p>
            <a:pPr>
              <a:buFont typeface="Arial" panose="020B0604020202020204" pitchFamily="34" charset="0"/>
              <a:buChar char="•"/>
            </a:pPr>
            <a:r>
              <a:rPr lang="en-GB" b="1" dirty="0"/>
              <a:t>Destination Agent</a:t>
            </a:r>
            <a:r>
              <a:rPr lang="en-GB" dirty="0"/>
              <a:t> – Recommends destinations and attractions.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GB" b="1" dirty="0"/>
              <a:t>Itinerary Agent</a:t>
            </a:r>
            <a:r>
              <a:rPr lang="en-GB" dirty="0"/>
              <a:t> – Creates the daily travel plan.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GB" b="1" dirty="0"/>
              <a:t>Budget Agent</a:t>
            </a:r>
            <a:r>
              <a:rPr lang="en-GB" dirty="0"/>
              <a:t> – Estimates and organizes trip expenses.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GB" b="1" dirty="0"/>
              <a:t>Travel Guidance Agent</a:t>
            </a:r>
            <a:r>
              <a:rPr lang="en-GB" dirty="0"/>
              <a:t> – Provides transportation and travel tips. </a:t>
            </a:r>
          </a:p>
          <a:p>
            <a:r>
              <a:rPr lang="en-GB" dirty="0"/>
              <a:t>• </a:t>
            </a:r>
            <a:r>
              <a:rPr lang="en-GB" b="1" dirty="0"/>
              <a:t>Travel Dashboard</a:t>
            </a:r>
            <a:r>
              <a:rPr lang="en-GB" dirty="0"/>
              <a:t> – Display the itinerary, budget, activities, and recommendations in an easy-to-use interface.</a:t>
            </a:r>
          </a:p>
          <a:p>
            <a:endParaRPr lang="en-IN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847FA31-EA47-D27A-9D69-AF50A3080AEC}"/>
              </a:ext>
            </a:extLst>
          </p:cNvPr>
          <p:cNvSpPr txBox="1"/>
          <p:nvPr/>
        </p:nvSpPr>
        <p:spPr>
          <a:xfrm>
            <a:off x="576072" y="457509"/>
            <a:ext cx="721461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Problem Statement – 5 : </a:t>
            </a:r>
            <a:r>
              <a:rPr lang="en-GB" sz="2400" b="1" dirty="0"/>
              <a:t>Travel Planner Agent</a:t>
            </a:r>
            <a:endParaRPr lang="en-IN" sz="2400" b="1" dirty="0"/>
          </a:p>
        </p:txBody>
      </p:sp>
    </p:spTree>
    <p:extLst>
      <p:ext uri="{BB962C8B-B14F-4D97-AF65-F5344CB8AC3E}">
        <p14:creationId xmlns:p14="http://schemas.microsoft.com/office/powerpoint/2010/main" val="26165337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0471B467-61AA-7BCA-460D-43041E805F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A1BF701-ABCA-4DF0-8330-B6AF71EF8E39}"/>
              </a:ext>
            </a:extLst>
          </p:cNvPr>
          <p:cNvSpPr txBox="1"/>
          <p:nvPr/>
        </p:nvSpPr>
        <p:spPr>
          <a:xfrm>
            <a:off x="576072" y="1537264"/>
            <a:ext cx="10607040" cy="46166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Proposed Solution: AI-Powered Travel Planner Agent</a:t>
            </a:r>
          </a:p>
          <a:p>
            <a:r>
              <a:rPr lang="en-GB" dirty="0"/>
              <a:t>The proposed solution is an </a:t>
            </a:r>
            <a:r>
              <a:rPr lang="en-GB" b="1" dirty="0"/>
              <a:t>AI-powered Travel Planner Agent built using IBM BOB, IBM watsonx.ai, and Granite Models</a:t>
            </a:r>
            <a:r>
              <a:rPr lang="en-GB" dirty="0"/>
              <a:t> to provide personalized travel recommendations and itinerary planning based on the user's preferences, budget, and trip requirements.</a:t>
            </a:r>
          </a:p>
          <a:p>
            <a:r>
              <a:rPr lang="en-GB" dirty="0"/>
              <a:t>At its core, the solution uses </a:t>
            </a:r>
            <a:r>
              <a:rPr lang="en-GB" b="1" dirty="0"/>
              <a:t>Granite models</a:t>
            </a:r>
            <a:r>
              <a:rPr lang="en-GB" dirty="0"/>
              <a:t> to understand user requirements and generate customized travel plans. The system considers factors such as </a:t>
            </a:r>
            <a:r>
              <a:rPr lang="en-GB" b="1" dirty="0"/>
              <a:t>destination, duration, budget, interests, travel style, and transportation preferences</a:t>
            </a:r>
            <a:r>
              <a:rPr lang="en-GB" dirty="0"/>
              <a:t> to create practical and personalized itineraries.</a:t>
            </a:r>
          </a:p>
          <a:p>
            <a:r>
              <a:rPr lang="en-GB" dirty="0"/>
              <a:t>The system consists of four key components:</a:t>
            </a:r>
          </a:p>
          <a:p>
            <a:r>
              <a:rPr lang="en-GB" b="1" dirty="0"/>
              <a:t>Destination Recommendation Agent</a:t>
            </a:r>
            <a:r>
              <a:rPr lang="en-GB" dirty="0"/>
              <a:t> suggests suitable destinations, attractions, and activities based on the user's interests and preferences.</a:t>
            </a:r>
          </a:p>
          <a:p>
            <a:r>
              <a:rPr lang="en-GB" b="1" dirty="0"/>
              <a:t>Itinerary Planning Agent</a:t>
            </a:r>
            <a:r>
              <a:rPr lang="en-GB" dirty="0"/>
              <a:t> creates a structured day-by-day itinerary based on the trip duration, selected activities, and available time.</a:t>
            </a:r>
          </a:p>
          <a:p>
            <a:r>
              <a:rPr lang="en-GB" b="1" dirty="0"/>
              <a:t>Budget Planning Agent</a:t>
            </a:r>
            <a:r>
              <a:rPr lang="en-GB" dirty="0"/>
              <a:t> estimates expenses for accommodation, transportation, food, and activities while keeping the user's budget in consideration.</a:t>
            </a:r>
          </a:p>
          <a:p>
            <a:r>
              <a:rPr lang="en-GB" b="1" dirty="0"/>
              <a:t>Travel Guidance Agent</a:t>
            </a:r>
            <a:r>
              <a:rPr lang="en-GB" dirty="0"/>
              <a:t> provides transportation suggestions, travel tips, activity recommendations, and other useful information for the trip.</a:t>
            </a:r>
          </a:p>
          <a:p>
            <a:r>
              <a:rPr lang="en-GB" dirty="0"/>
              <a:t>The solution includes a </a:t>
            </a:r>
            <a:r>
              <a:rPr lang="en-GB" b="1" dirty="0"/>
              <a:t>user-friendly dashboard</a:t>
            </a:r>
            <a:r>
              <a:rPr lang="en-GB" dirty="0"/>
              <a:t> where users can enter their travel requirements and view personalized destinations, itineraries, budget estimates, activities, and travel suggestions.</a:t>
            </a:r>
          </a:p>
          <a:p>
            <a:r>
              <a:rPr lang="en-GB" b="1" dirty="0"/>
              <a:t>IBM BOB</a:t>
            </a:r>
            <a:r>
              <a:rPr lang="en-GB" dirty="0"/>
              <a:t> is used to assist in building and orchestrating the application, while </a:t>
            </a:r>
            <a:r>
              <a:rPr lang="en-GB" b="1" dirty="0"/>
              <a:t>Granite models</a:t>
            </a:r>
            <a:r>
              <a:rPr lang="en-GB" dirty="0"/>
              <a:t> provide the AI capabilities for understanding preferences, generating itineraries, and personalizing recommendations.</a:t>
            </a:r>
          </a:p>
          <a:p>
            <a:r>
              <a:rPr lang="en-GB" dirty="0"/>
              <a:t>Overall, the solution delivers an </a:t>
            </a:r>
            <a:r>
              <a:rPr lang="en-GB" b="1" dirty="0"/>
              <a:t>intelligent travel planning assistant</a:t>
            </a:r>
            <a:r>
              <a:rPr lang="en-GB" dirty="0"/>
              <a:t> that simplifies trip planning and helps users create </a:t>
            </a:r>
            <a:r>
              <a:rPr lang="en-GB" b="1" dirty="0"/>
              <a:t>personalized, practical, and budget-conscious travel experiences</a:t>
            </a:r>
            <a:r>
              <a:rPr lang="en-GB" dirty="0"/>
              <a:t>.</a:t>
            </a:r>
          </a:p>
          <a:p>
            <a:endParaRPr lang="en-IN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27F30CC-07EF-8FCC-DA00-C9212F5DAECE}"/>
              </a:ext>
            </a:extLst>
          </p:cNvPr>
          <p:cNvSpPr txBox="1"/>
          <p:nvPr/>
        </p:nvSpPr>
        <p:spPr>
          <a:xfrm>
            <a:off x="576072" y="704088"/>
            <a:ext cx="721461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Proposed Solution - </a:t>
            </a:r>
            <a:endParaRPr lang="en-IN" sz="2400" b="1" dirty="0"/>
          </a:p>
        </p:txBody>
      </p:sp>
    </p:spTree>
    <p:extLst>
      <p:ext uri="{BB962C8B-B14F-4D97-AF65-F5344CB8AC3E}">
        <p14:creationId xmlns:p14="http://schemas.microsoft.com/office/powerpoint/2010/main" val="61945990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0">
          <a:extLst>
            <a:ext uri="{FF2B5EF4-FFF2-40B4-BE49-F238E27FC236}">
              <a16:creationId xmlns:a16="http://schemas.microsoft.com/office/drawing/2014/main" id="{7C2A09DE-0AE2-AA94-B2C1-84FDBDB9DC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51FBD4A-3273-E454-091D-D5B0678FC299}"/>
              </a:ext>
            </a:extLst>
          </p:cNvPr>
          <p:cNvSpPr txBox="1"/>
          <p:nvPr/>
        </p:nvSpPr>
        <p:spPr>
          <a:xfrm>
            <a:off x="777240" y="484632"/>
            <a:ext cx="7123176" cy="46166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n-US" sz="2400" b="1"/>
              <a:t>Technology Used</a:t>
            </a:r>
            <a:endParaRPr lang="en-IN" sz="2400" b="1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A7608B5-9906-EFCF-959A-E89FC2E3EE19}"/>
              </a:ext>
            </a:extLst>
          </p:cNvPr>
          <p:cNvSpPr txBox="1"/>
          <p:nvPr/>
        </p:nvSpPr>
        <p:spPr>
          <a:xfrm>
            <a:off x="777240" y="1207008"/>
            <a:ext cx="10515600" cy="41549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dirty="0"/>
              <a:t>• </a:t>
            </a:r>
            <a:r>
              <a:rPr lang="en-GB" sz="2400" b="1" dirty="0"/>
              <a:t>IBM BOB Platform</a:t>
            </a:r>
            <a:r>
              <a:rPr lang="en-GB" sz="2400" dirty="0"/>
              <a:t> – Used to build and integrate the Travel Planner Agent through natural-language prompting.</a:t>
            </a:r>
          </a:p>
          <a:p>
            <a:endParaRPr lang="en-GB" sz="2400" dirty="0"/>
          </a:p>
          <a:p>
            <a:r>
              <a:rPr lang="en-GB" sz="2400" dirty="0"/>
              <a:t>• </a:t>
            </a:r>
            <a:r>
              <a:rPr lang="en-GB" sz="2400" b="1" dirty="0"/>
              <a:t>IBM Granite Model</a:t>
            </a:r>
            <a:r>
              <a:rPr lang="en-GB" sz="2400" dirty="0"/>
              <a:t> – Used for understanding travel preferences, generating personalized itineraries, recommendations, and travel guidance.</a:t>
            </a:r>
          </a:p>
          <a:p>
            <a:endParaRPr lang="en-GB" sz="2400" dirty="0"/>
          </a:p>
          <a:p>
            <a:r>
              <a:rPr lang="en-GB" sz="2400" dirty="0"/>
              <a:t>• </a:t>
            </a:r>
            <a:r>
              <a:rPr lang="en-GB" sz="2400" b="1" dirty="0"/>
              <a:t>IBM Cloud</a:t>
            </a:r>
            <a:r>
              <a:rPr lang="en-GB" sz="2400" dirty="0"/>
              <a:t> – Used to provide the cloud infrastructure and services required for the application.</a:t>
            </a:r>
          </a:p>
          <a:p>
            <a:endParaRPr lang="en-GB" sz="2400" dirty="0"/>
          </a:p>
          <a:p>
            <a:r>
              <a:rPr lang="en-GB" sz="2400" dirty="0"/>
              <a:t>• </a:t>
            </a:r>
            <a:r>
              <a:rPr lang="en-GB" sz="2400" b="1" dirty="0"/>
              <a:t>AI-Based Personalization</a:t>
            </a:r>
            <a:r>
              <a:rPr lang="en-GB" sz="2400" dirty="0"/>
              <a:t> – Used to tailor travel plans according to the user's destination, budget, duration, interests, and travel style.</a:t>
            </a:r>
          </a:p>
        </p:txBody>
      </p:sp>
    </p:spTree>
    <p:extLst>
      <p:ext uri="{BB962C8B-B14F-4D97-AF65-F5344CB8AC3E}">
        <p14:creationId xmlns:p14="http://schemas.microsoft.com/office/powerpoint/2010/main" val="44360390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1">
          <a:extLst>
            <a:ext uri="{FF2B5EF4-FFF2-40B4-BE49-F238E27FC236}">
              <a16:creationId xmlns:a16="http://schemas.microsoft.com/office/drawing/2014/main" id="{CDF2A78E-5A0E-6814-8AF4-0AE54B0366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5">
            <a:extLst>
              <a:ext uri="{FF2B5EF4-FFF2-40B4-BE49-F238E27FC236}">
                <a16:creationId xmlns:a16="http://schemas.microsoft.com/office/drawing/2014/main" id="{2A145802-2DD3-EEBA-7D44-210C05B98C91}"/>
              </a:ext>
            </a:extLst>
          </p:cNvPr>
          <p:cNvSpPr/>
          <p:nvPr/>
        </p:nvSpPr>
        <p:spPr>
          <a:xfrm>
            <a:off x="537590" y="323239"/>
            <a:ext cx="5908929" cy="4485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51D3A"/>
              </a:buClr>
              <a:buSzPts val="3500"/>
              <a:buFont typeface="Times New Roman"/>
              <a:buNone/>
            </a:pPr>
            <a:r>
              <a:rPr lang="en-US" sz="2400" b="1">
                <a:sym typeface="Times New Roman"/>
              </a:rPr>
              <a:t>Required Files created using IBM bob -</a:t>
            </a:r>
            <a:endParaRPr sz="2400" b="1">
              <a:sym typeface="Times New Roman"/>
            </a:endParaRPr>
          </a:p>
        </p:txBody>
      </p:sp>
      <p:sp>
        <p:nvSpPr>
          <p:cNvPr id="148" name="Google Shape;148;p5">
            <a:extLst>
              <a:ext uri="{FF2B5EF4-FFF2-40B4-BE49-F238E27FC236}">
                <a16:creationId xmlns:a16="http://schemas.microsoft.com/office/drawing/2014/main" id="{69E3EADC-1EAD-7419-145C-20998925206E}"/>
              </a:ext>
            </a:extLst>
          </p:cNvPr>
          <p:cNvSpPr/>
          <p:nvPr/>
        </p:nvSpPr>
        <p:spPr>
          <a:xfrm>
            <a:off x="2264331" y="6784578"/>
            <a:ext cx="2140744" cy="2241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9375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49" name="Google Shape;149;p5">
            <a:extLst>
              <a:ext uri="{FF2B5EF4-FFF2-40B4-BE49-F238E27FC236}">
                <a16:creationId xmlns:a16="http://schemas.microsoft.com/office/drawing/2014/main" id="{04E5872A-C331-C8F3-5D71-8E953BAAFE03}"/>
              </a:ext>
            </a:extLst>
          </p:cNvPr>
          <p:cNvSpPr/>
          <p:nvPr/>
        </p:nvSpPr>
        <p:spPr>
          <a:xfrm>
            <a:off x="1782604" y="7100213"/>
            <a:ext cx="3104198" cy="7318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1875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50" name="Google Shape;150;p5">
            <a:extLst>
              <a:ext uri="{FF2B5EF4-FFF2-40B4-BE49-F238E27FC236}">
                <a16:creationId xmlns:a16="http://schemas.microsoft.com/office/drawing/2014/main" id="{76EF3801-5D99-5EFA-9AA2-AD265775E354}"/>
              </a:ext>
            </a:extLst>
          </p:cNvPr>
          <p:cNvSpPr/>
          <p:nvPr/>
        </p:nvSpPr>
        <p:spPr>
          <a:xfrm>
            <a:off x="5732383" y="6784578"/>
            <a:ext cx="1793915" cy="2241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9375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51" name="Google Shape;151;p5">
            <a:extLst>
              <a:ext uri="{FF2B5EF4-FFF2-40B4-BE49-F238E27FC236}">
                <a16:creationId xmlns:a16="http://schemas.microsoft.com/office/drawing/2014/main" id="{DAD76A8A-9F2C-9EA9-25E9-40CD0FFAA869}"/>
              </a:ext>
            </a:extLst>
          </p:cNvPr>
          <p:cNvSpPr/>
          <p:nvPr/>
        </p:nvSpPr>
        <p:spPr>
          <a:xfrm>
            <a:off x="5077301" y="7100213"/>
            <a:ext cx="3104198" cy="7318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1875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52" name="Google Shape;152;p5">
            <a:extLst>
              <a:ext uri="{FF2B5EF4-FFF2-40B4-BE49-F238E27FC236}">
                <a16:creationId xmlns:a16="http://schemas.microsoft.com/office/drawing/2014/main" id="{8D9C4260-2673-337C-C898-4C22E0F8FD65}"/>
              </a:ext>
            </a:extLst>
          </p:cNvPr>
          <p:cNvSpPr/>
          <p:nvPr/>
        </p:nvSpPr>
        <p:spPr>
          <a:xfrm>
            <a:off x="9027081" y="6784578"/>
            <a:ext cx="1793915" cy="2241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9375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53" name="Google Shape;153;p5">
            <a:extLst>
              <a:ext uri="{FF2B5EF4-FFF2-40B4-BE49-F238E27FC236}">
                <a16:creationId xmlns:a16="http://schemas.microsoft.com/office/drawing/2014/main" id="{6167C3C6-3747-E373-84C3-3927C443B067}"/>
              </a:ext>
            </a:extLst>
          </p:cNvPr>
          <p:cNvSpPr/>
          <p:nvPr/>
        </p:nvSpPr>
        <p:spPr>
          <a:xfrm>
            <a:off x="8371999" y="7100213"/>
            <a:ext cx="3104198" cy="7318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1875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BB86949-7ED1-C43B-B1E3-5122BB67A596}"/>
              </a:ext>
            </a:extLst>
          </p:cNvPr>
          <p:cNvSpPr txBox="1"/>
          <p:nvPr/>
        </p:nvSpPr>
        <p:spPr>
          <a:xfrm>
            <a:off x="474822" y="863187"/>
            <a:ext cx="8823960" cy="52937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endParaRPr lang="en-US" dirty="0"/>
          </a:p>
          <a:p>
            <a:pPr marL="342900" indent="-342900">
              <a:buFont typeface="+mj-lt"/>
              <a:buAutoNum type="arabicPeriod"/>
            </a:pPr>
            <a:r>
              <a:rPr lang="en-US" sz="1800" dirty="0"/>
              <a:t>App.py</a:t>
            </a:r>
          </a:p>
          <a:p>
            <a:pPr marL="342900" indent="-342900">
              <a:buFont typeface="+mj-lt"/>
              <a:buAutoNum type="arabicPeriod"/>
            </a:pPr>
            <a:endParaRPr lang="en-US" sz="1800" dirty="0"/>
          </a:p>
          <a:p>
            <a:pPr marL="342900" indent="-342900">
              <a:buFont typeface="+mj-lt"/>
              <a:buAutoNum type="arabicPeriod"/>
            </a:pPr>
            <a:r>
              <a:rPr lang="en-US" sz="1800" dirty="0"/>
              <a:t>Requirements.txt</a:t>
            </a:r>
          </a:p>
          <a:p>
            <a:pPr marL="342900" indent="-342900">
              <a:buFont typeface="+mj-lt"/>
              <a:buAutoNum type="arabicPeriod"/>
            </a:pPr>
            <a:endParaRPr lang="en-US" sz="1800" dirty="0"/>
          </a:p>
          <a:p>
            <a:pPr marL="342900" indent="-342900">
              <a:buFont typeface="+mj-lt"/>
              <a:buAutoNum type="arabicPeriod"/>
            </a:pPr>
            <a:r>
              <a:rPr lang="en-US" sz="1800" dirty="0"/>
              <a:t>Style.css </a:t>
            </a:r>
          </a:p>
          <a:p>
            <a:pPr marL="342900" indent="-342900">
              <a:buFont typeface="+mj-lt"/>
              <a:buAutoNum type="arabicPeriod"/>
            </a:pPr>
            <a:endParaRPr lang="en-US" sz="1800" dirty="0"/>
          </a:p>
          <a:p>
            <a:pPr marL="342900" indent="-342900">
              <a:buFont typeface="+mj-lt"/>
              <a:buAutoNum type="arabicPeriod"/>
            </a:pPr>
            <a:r>
              <a:rPr lang="en-US" sz="1800" dirty="0"/>
              <a:t>.env</a:t>
            </a:r>
          </a:p>
          <a:p>
            <a:pPr marL="342900" indent="-342900">
              <a:buFont typeface="+mj-lt"/>
              <a:buAutoNum type="arabicPeriod"/>
            </a:pPr>
            <a:endParaRPr lang="en-US" sz="1800" dirty="0"/>
          </a:p>
          <a:p>
            <a:pPr marL="342900" indent="-342900">
              <a:buFont typeface="+mj-lt"/>
              <a:buAutoNum type="arabicPeriod"/>
            </a:pPr>
            <a:r>
              <a:rPr lang="en-US" sz="1800" dirty="0"/>
              <a:t>Index.html</a:t>
            </a:r>
          </a:p>
          <a:p>
            <a:pPr marL="342900" indent="-342900">
              <a:buFont typeface="+mj-lt"/>
              <a:buAutoNum type="arabicPeriod"/>
            </a:pPr>
            <a:endParaRPr lang="en-US" sz="1800" dirty="0"/>
          </a:p>
          <a:p>
            <a:pPr marL="342900" indent="-342900">
              <a:buFont typeface="+mj-lt"/>
              <a:buAutoNum type="arabicPeriod"/>
            </a:pPr>
            <a:r>
              <a:rPr lang="en-US" sz="1800" dirty="0"/>
              <a:t>Scripts.js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 </a:t>
            </a:r>
            <a:endParaRPr lang="en-IN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E73ACF9-28BF-1D41-9184-8467DE92A81E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4110"/>
          <a:stretch/>
        </p:blipFill>
        <p:spPr>
          <a:xfrm>
            <a:off x="3893906" y="1555103"/>
            <a:ext cx="8174804" cy="5006696"/>
          </a:xfrm>
          <a:prstGeom prst="rect">
            <a:avLst/>
          </a:prstGeom>
        </p:spPr>
      </p:pic>
      <p:grpSp>
        <p:nvGrpSpPr>
          <p:cNvPr id="6" name="Group 5">
            <a:extLst>
              <a:ext uri="{FF2B5EF4-FFF2-40B4-BE49-F238E27FC236}">
                <a16:creationId xmlns:a16="http://schemas.microsoft.com/office/drawing/2014/main" id="{28FFE47B-2313-5701-3AE0-0D113ABB2003}"/>
              </a:ext>
            </a:extLst>
          </p:cNvPr>
          <p:cNvGrpSpPr/>
          <p:nvPr/>
        </p:nvGrpSpPr>
        <p:grpSpPr>
          <a:xfrm>
            <a:off x="3893906" y="1255054"/>
            <a:ext cx="5908284" cy="826627"/>
            <a:chOff x="4250700" y="1520573"/>
            <a:chExt cx="5908284" cy="826627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6FFF7BC6-93D0-8D42-34B7-C226B1B96C2D}"/>
                </a:ext>
              </a:extLst>
            </p:cNvPr>
            <p:cNvSpPr/>
            <p:nvPr/>
          </p:nvSpPr>
          <p:spPr>
            <a:xfrm>
              <a:off x="4250700" y="2029968"/>
              <a:ext cx="5908284" cy="317232"/>
            </a:xfrm>
            <a:prstGeom prst="rect">
              <a:avLst/>
            </a:prstGeom>
            <a:solidFill>
              <a:srgbClr val="E71224">
                <a:alpha val="5000"/>
              </a:srgbClr>
            </a:solidFill>
            <a:ln w="72000">
              <a:solidFill>
                <a:srgbClr val="E71224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 dirty="0">
                <a:solidFill>
                  <a:srgbClr val="E71224"/>
                </a:solidFill>
              </a:endParaRPr>
            </a:p>
          </p:txBody>
        </p:sp>
        <p:sp>
          <p:nvSpPr>
            <p:cNvPr id="10" name="Arrow: Right 9">
              <a:extLst>
                <a:ext uri="{FF2B5EF4-FFF2-40B4-BE49-F238E27FC236}">
                  <a16:creationId xmlns:a16="http://schemas.microsoft.com/office/drawing/2014/main" id="{A6C81E80-ED7B-4240-A8EE-0221D9ACD900}"/>
                </a:ext>
              </a:extLst>
            </p:cNvPr>
            <p:cNvSpPr/>
            <p:nvPr/>
          </p:nvSpPr>
          <p:spPr>
            <a:xfrm rot="8280234">
              <a:off x="7719727" y="1520573"/>
              <a:ext cx="923544" cy="338328"/>
            </a:xfrm>
            <a:prstGeom prst="right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 dirty="0"/>
            </a:p>
          </p:txBody>
        </p:sp>
      </p:grpSp>
    </p:spTree>
    <p:extLst>
      <p:ext uri="{BB962C8B-B14F-4D97-AF65-F5344CB8AC3E}">
        <p14:creationId xmlns:p14="http://schemas.microsoft.com/office/powerpoint/2010/main" val="311496363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3">
          <a:extLst>
            <a:ext uri="{FF2B5EF4-FFF2-40B4-BE49-F238E27FC236}">
              <a16:creationId xmlns:a16="http://schemas.microsoft.com/office/drawing/2014/main" id="{CA6090C0-0478-84F9-6D20-717B6FEB73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35;p5">
            <a:extLst>
              <a:ext uri="{FF2B5EF4-FFF2-40B4-BE49-F238E27FC236}">
                <a16:creationId xmlns:a16="http://schemas.microsoft.com/office/drawing/2014/main" id="{B64CF172-D2AF-03D8-F919-AA7827A0D969}"/>
              </a:ext>
            </a:extLst>
          </p:cNvPr>
          <p:cNvSpPr/>
          <p:nvPr/>
        </p:nvSpPr>
        <p:spPr>
          <a:xfrm>
            <a:off x="537590" y="323239"/>
            <a:ext cx="5908929" cy="4485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51D3A"/>
              </a:buClr>
              <a:buSzPts val="3500"/>
              <a:buFont typeface="Times New Roman"/>
              <a:buNone/>
            </a:pPr>
            <a:r>
              <a:rPr lang="en-US" sz="3500" b="1" i="0" u="none" strike="noStrike" cap="none">
                <a:solidFill>
                  <a:srgbClr val="051D3A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400" b="1" i="0" u="none" strike="noStrike" cap="none">
                <a:solidFill>
                  <a:srgbClr val="051D3A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IBM Bob Screenshots:</a:t>
            </a:r>
            <a:endParaRPr sz="2400" b="1">
              <a:sym typeface="Times New Roman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0486001-194C-F09F-B611-ADBDFA2A92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69204" y="1047990"/>
            <a:ext cx="10188539" cy="53649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732151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AAE14255-ACC3-5386-099C-C4AD23B4A0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4935" y="473289"/>
            <a:ext cx="11237555" cy="5911422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4036D62A-BC8B-F901-64C3-AC0E333C4807}"/>
              </a:ext>
            </a:extLst>
          </p:cNvPr>
          <p:cNvSpPr/>
          <p:nvPr/>
        </p:nvSpPr>
        <p:spPr>
          <a:xfrm>
            <a:off x="2250040" y="2792002"/>
            <a:ext cx="3955551" cy="305656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CDC968B-135C-9CD7-6F5D-EDE7AD8096C4}"/>
              </a:ext>
            </a:extLst>
          </p:cNvPr>
          <p:cNvSpPr/>
          <p:nvPr/>
        </p:nvSpPr>
        <p:spPr>
          <a:xfrm>
            <a:off x="2250040" y="3328828"/>
            <a:ext cx="3544585" cy="305656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37189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CA0F8F02-43E6-128A-79D1-B708F63832F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813" y="367214"/>
            <a:ext cx="11606373" cy="61235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8696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35;p5">
            <a:extLst>
              <a:ext uri="{FF2B5EF4-FFF2-40B4-BE49-F238E27FC236}">
                <a16:creationId xmlns:a16="http://schemas.microsoft.com/office/drawing/2014/main" id="{78578745-3233-E2C4-2AF4-55BA57C68D3F}"/>
              </a:ext>
            </a:extLst>
          </p:cNvPr>
          <p:cNvSpPr/>
          <p:nvPr/>
        </p:nvSpPr>
        <p:spPr>
          <a:xfrm>
            <a:off x="537590" y="323239"/>
            <a:ext cx="5908929" cy="4485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lvl="0"/>
            <a:r>
              <a:rPr lang="en-US" sz="24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Architecture blueprint for IBM bob:</a:t>
            </a:r>
            <a:endParaRPr lang="en-US" sz="240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9EE69C11-D194-417B-75B1-9BC6CCFC8B2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2062" y="733221"/>
            <a:ext cx="11049455" cy="58015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519516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6" name="Google Shape;196;p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371985" y="1167493"/>
            <a:ext cx="3015343" cy="4523014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B84A7B44-8B20-5A39-ED43-DA98D0FC7976}"/>
              </a:ext>
            </a:extLst>
          </p:cNvPr>
          <p:cNvSpPr txBox="1"/>
          <p:nvPr/>
        </p:nvSpPr>
        <p:spPr>
          <a:xfrm>
            <a:off x="475488" y="283464"/>
            <a:ext cx="931773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/>
              <a:t>Role of Agentic AI in the solution </a:t>
            </a:r>
            <a:endParaRPr lang="en-IN" sz="3200" b="1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22462E8-EB3A-DA7D-44CB-4E757803A755}"/>
              </a:ext>
            </a:extLst>
          </p:cNvPr>
          <p:cNvSpPr txBox="1"/>
          <p:nvPr/>
        </p:nvSpPr>
        <p:spPr>
          <a:xfrm>
            <a:off x="621792" y="1167493"/>
            <a:ext cx="7406640" cy="37548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Role of Agentic AI in Travel Planner Agent</a:t>
            </a:r>
          </a:p>
          <a:p>
            <a:r>
              <a:rPr lang="en-GB" b="1" dirty="0"/>
              <a:t>Agentic AI</a:t>
            </a:r>
            <a:r>
              <a:rPr lang="en-GB" dirty="0"/>
              <a:t> enables the Travel Planner Agent to function as an intelligent, autonomous system rather than a simple chatbot. Using </a:t>
            </a:r>
            <a:r>
              <a:rPr lang="en-GB" b="1" dirty="0"/>
              <a:t>IBM watsonx.ai</a:t>
            </a:r>
            <a:r>
              <a:rPr lang="en-GB" dirty="0"/>
              <a:t> and </a:t>
            </a:r>
            <a:r>
              <a:rPr lang="en-GB" b="1" dirty="0"/>
              <a:t>IBM Granite models</a:t>
            </a:r>
            <a:r>
              <a:rPr lang="en-GB" dirty="0"/>
              <a:t>, it coordinates multiple specialized agents to create personalized travel plans.</a:t>
            </a:r>
          </a:p>
          <a:p>
            <a:r>
              <a:rPr lang="en-GB" dirty="0"/>
              <a:t>Each agent performs a specific role—such as </a:t>
            </a:r>
            <a:r>
              <a:rPr lang="en-GB" b="1" dirty="0"/>
              <a:t>recommending destinations, creating itineraries, planning budgets, and providing travel guidance</a:t>
            </a:r>
            <a:r>
              <a:rPr lang="en-GB" dirty="0"/>
              <a:t>—while working collaboratively. This </a:t>
            </a:r>
            <a:r>
              <a:rPr lang="en-GB" b="1" dirty="0"/>
              <a:t>multi-agent approach</a:t>
            </a:r>
            <a:r>
              <a:rPr lang="en-GB" dirty="0"/>
              <a:t> enables efficient task execution and personalized travel planning.</a:t>
            </a:r>
          </a:p>
          <a:p>
            <a:r>
              <a:rPr lang="en-GB" dirty="0"/>
              <a:t>Agentic AI also provides </a:t>
            </a:r>
            <a:r>
              <a:rPr lang="en-GB" b="1" dirty="0"/>
              <a:t>context awareness</a:t>
            </a:r>
            <a:r>
              <a:rPr lang="en-GB" dirty="0"/>
              <a:t>, understanding user preferences such as budget, trip duration, interests, travel style, and transportation requirements to generate suitable recommendations. It supports </a:t>
            </a:r>
            <a:r>
              <a:rPr lang="en-GB" b="1" dirty="0"/>
              <a:t>dynamic adaptation</a:t>
            </a:r>
            <a:r>
              <a:rPr lang="en-GB" dirty="0"/>
              <a:t>, allowing travel plans to be modified based on changes in user requirements.</a:t>
            </a:r>
          </a:p>
          <a:p>
            <a:r>
              <a:rPr lang="en-GB" dirty="0"/>
              <a:t>Additionally, agents communicate with each other, enabling better coordination between </a:t>
            </a:r>
            <a:r>
              <a:rPr lang="en-GB" b="1" dirty="0"/>
              <a:t>destination selection, itinerary planning, budget management, and travel guidance</a:t>
            </a:r>
            <a:r>
              <a:rPr lang="en-GB" dirty="0"/>
              <a:t>.</a:t>
            </a:r>
          </a:p>
          <a:p>
            <a:r>
              <a:rPr lang="en-GB" dirty="0"/>
              <a:t>Overall, Agentic AI makes the system </a:t>
            </a:r>
            <a:r>
              <a:rPr lang="en-GB" b="1" dirty="0"/>
              <a:t>personalized, adaptive, and goal-driven</a:t>
            </a:r>
            <a:r>
              <a:rPr lang="en-GB" dirty="0"/>
              <a:t>, acting as a </a:t>
            </a:r>
            <a:r>
              <a:rPr lang="en-GB" b="1" dirty="0"/>
              <a:t>smart digital travel planner</a:t>
            </a:r>
            <a:r>
              <a:rPr lang="en-GB" dirty="0"/>
              <a:t> that helps users create practical and enjoyable travel experiences.</a:t>
            </a:r>
          </a:p>
        </p:txBody>
      </p:sp>
    </p:spTree>
    <p:extLst>
      <p:ext uri="{BB962C8B-B14F-4D97-AF65-F5344CB8AC3E}">
        <p14:creationId xmlns:p14="http://schemas.microsoft.com/office/powerpoint/2010/main" val="400069696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4">
          <a:extLst>
            <a:ext uri="{FF2B5EF4-FFF2-40B4-BE49-F238E27FC236}">
              <a16:creationId xmlns:a16="http://schemas.microsoft.com/office/drawing/2014/main" id="{55016524-E738-3D8C-3BB2-B0BE7C6653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18">
            <a:extLst>
              <a:ext uri="{FF2B5EF4-FFF2-40B4-BE49-F238E27FC236}">
                <a16:creationId xmlns:a16="http://schemas.microsoft.com/office/drawing/2014/main" id="{D62F03A8-A8A8-CB93-006E-7173DC866F6F}"/>
              </a:ext>
            </a:extLst>
          </p:cNvPr>
          <p:cNvSpPr/>
          <p:nvPr/>
        </p:nvSpPr>
        <p:spPr>
          <a:xfrm>
            <a:off x="793192" y="341560"/>
            <a:ext cx="6444496" cy="7040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>
              <a:lnSpc>
                <a:spcPct val="157142"/>
              </a:lnSpc>
              <a:buClr>
                <a:srgbClr val="051D3A"/>
              </a:buClr>
              <a:buSzPts val="3500"/>
            </a:pPr>
            <a:r>
              <a:rPr lang="en-US" sz="2400" b="1">
                <a:sym typeface="Times New Roman"/>
              </a:rPr>
              <a:t>Token Usage </a:t>
            </a:r>
            <a:endParaRPr sz="2400" b="1">
              <a:sym typeface="Times New Roman"/>
            </a:endParaRPr>
          </a:p>
        </p:txBody>
      </p:sp>
      <p:sp>
        <p:nvSpPr>
          <p:cNvPr id="281" name="Google Shape;281;p18">
            <a:extLst>
              <a:ext uri="{FF2B5EF4-FFF2-40B4-BE49-F238E27FC236}">
                <a16:creationId xmlns:a16="http://schemas.microsoft.com/office/drawing/2014/main" id="{FF042814-8077-DBD5-E8B6-E0D870CADB86}"/>
              </a:ext>
            </a:extLst>
          </p:cNvPr>
          <p:cNvSpPr/>
          <p:nvPr/>
        </p:nvSpPr>
        <p:spPr>
          <a:xfrm>
            <a:off x="1218724" y="4395464"/>
            <a:ext cx="7468553" cy="766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rPr lang="en-US" sz="1850" b="0" i="0" u="none" strike="noStrike" cap="none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·</a:t>
            </a:r>
            <a:endParaRPr sz="185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BD576A0-BF64-32B6-1E59-49AA2C59C5CE}"/>
              </a:ext>
            </a:extLst>
          </p:cNvPr>
          <p:cNvSpPr txBox="1"/>
          <p:nvPr/>
        </p:nvSpPr>
        <p:spPr>
          <a:xfrm>
            <a:off x="897392" y="1042133"/>
            <a:ext cx="4371171" cy="30777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dirty="0"/>
              <a:t>3,850 token are used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B8E599E-5B1D-59CD-4F1D-CEF8D0CA327B}"/>
              </a:ext>
            </a:extLst>
          </p:cNvPr>
          <p:cNvSpPr txBox="1"/>
          <p:nvPr/>
        </p:nvSpPr>
        <p:spPr>
          <a:xfrm>
            <a:off x="1278639" y="1718067"/>
            <a:ext cx="2743199" cy="40011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000" u="sng"/>
              <a:t>Before Prompt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22EA981-5113-2D05-C1A2-169306E1D47C}"/>
              </a:ext>
            </a:extLst>
          </p:cNvPr>
          <p:cNvSpPr txBox="1"/>
          <p:nvPr/>
        </p:nvSpPr>
        <p:spPr>
          <a:xfrm>
            <a:off x="7106828" y="1722919"/>
            <a:ext cx="2743199" cy="40011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000" u="sng"/>
              <a:t>After the Prompt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A862C36C-ECDA-8606-16F3-DF11FDFC31C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586518"/>
            <a:ext cx="5809803" cy="2470453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872693EB-FF1F-C42C-AE60-EAFA3BC0CCD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0" y="2586518"/>
            <a:ext cx="6096000" cy="26828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341700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4">
          <a:extLst>
            <a:ext uri="{FF2B5EF4-FFF2-40B4-BE49-F238E27FC236}">
              <a16:creationId xmlns:a16="http://schemas.microsoft.com/office/drawing/2014/main" id="{1863F011-FD59-2782-3732-0E3263170F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18">
            <a:extLst>
              <a:ext uri="{FF2B5EF4-FFF2-40B4-BE49-F238E27FC236}">
                <a16:creationId xmlns:a16="http://schemas.microsoft.com/office/drawing/2014/main" id="{78DA0257-5105-834D-150D-50732C7248D1}"/>
              </a:ext>
            </a:extLst>
          </p:cNvPr>
          <p:cNvSpPr/>
          <p:nvPr/>
        </p:nvSpPr>
        <p:spPr>
          <a:xfrm>
            <a:off x="409144" y="112960"/>
            <a:ext cx="6444496" cy="7040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>
              <a:lnSpc>
                <a:spcPct val="157142"/>
              </a:lnSpc>
              <a:buClr>
                <a:srgbClr val="051D3A"/>
              </a:buClr>
              <a:buSzPts val="3500"/>
            </a:pPr>
            <a:r>
              <a:rPr lang="en-US" sz="2400" b="1">
                <a:sym typeface="Times New Roman"/>
              </a:rPr>
              <a:t> Project Output Screenshot</a:t>
            </a:r>
            <a:endParaRPr sz="2400" b="1">
              <a:sym typeface="Times New Roman"/>
            </a:endParaRPr>
          </a:p>
        </p:txBody>
      </p:sp>
      <p:sp>
        <p:nvSpPr>
          <p:cNvPr id="280" name="Google Shape;280;p18">
            <a:extLst>
              <a:ext uri="{FF2B5EF4-FFF2-40B4-BE49-F238E27FC236}">
                <a16:creationId xmlns:a16="http://schemas.microsoft.com/office/drawing/2014/main" id="{827D77C8-2496-7668-B3B3-927FD4DB704D}"/>
              </a:ext>
            </a:extLst>
          </p:cNvPr>
          <p:cNvSpPr/>
          <p:nvPr/>
        </p:nvSpPr>
        <p:spPr>
          <a:xfrm>
            <a:off x="1218724" y="3360216"/>
            <a:ext cx="7468553" cy="766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rPr lang="en-US" sz="1850" b="0" i="0" u="none" strike="noStrike" cap="none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·</a:t>
            </a:r>
            <a:endParaRPr sz="185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81" name="Google Shape;281;p18">
            <a:extLst>
              <a:ext uri="{FF2B5EF4-FFF2-40B4-BE49-F238E27FC236}">
                <a16:creationId xmlns:a16="http://schemas.microsoft.com/office/drawing/2014/main" id="{46BDB3C0-B0E9-3C3A-A974-6BF43591F3FC}"/>
              </a:ext>
            </a:extLst>
          </p:cNvPr>
          <p:cNvSpPr/>
          <p:nvPr/>
        </p:nvSpPr>
        <p:spPr>
          <a:xfrm>
            <a:off x="1218724" y="4395464"/>
            <a:ext cx="7468553" cy="766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rPr lang="en-US" sz="1850" b="0" i="0" u="none" strike="noStrike" cap="none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·</a:t>
            </a:r>
            <a:endParaRPr sz="185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82" name="Google Shape;282;p18">
            <a:extLst>
              <a:ext uri="{FF2B5EF4-FFF2-40B4-BE49-F238E27FC236}">
                <a16:creationId xmlns:a16="http://schemas.microsoft.com/office/drawing/2014/main" id="{8CB1AEC3-7C17-0CCE-61FA-643373D6AE22}"/>
              </a:ext>
            </a:extLst>
          </p:cNvPr>
          <p:cNvSpPr/>
          <p:nvPr/>
        </p:nvSpPr>
        <p:spPr>
          <a:xfrm>
            <a:off x="1218724" y="5430713"/>
            <a:ext cx="7468553" cy="3830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rPr lang="en-US" sz="1850" b="0" i="0" u="none" strike="noStrike" cap="none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·</a:t>
            </a:r>
            <a:endParaRPr sz="185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CA29C4F-2087-164B-6B1D-625DCBF825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0894" y="816977"/>
            <a:ext cx="11750211" cy="56058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996181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4">
          <a:extLst>
            <a:ext uri="{FF2B5EF4-FFF2-40B4-BE49-F238E27FC236}">
              <a16:creationId xmlns:a16="http://schemas.microsoft.com/office/drawing/2014/main" id="{A1254DC3-8448-76A3-8631-9484D98C80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18">
            <a:extLst>
              <a:ext uri="{FF2B5EF4-FFF2-40B4-BE49-F238E27FC236}">
                <a16:creationId xmlns:a16="http://schemas.microsoft.com/office/drawing/2014/main" id="{A5DD5E73-E4F8-AB1C-5A5A-D4EBAD6FD1B8}"/>
              </a:ext>
            </a:extLst>
          </p:cNvPr>
          <p:cNvSpPr/>
          <p:nvPr/>
        </p:nvSpPr>
        <p:spPr>
          <a:xfrm>
            <a:off x="409144" y="112960"/>
            <a:ext cx="6444496" cy="7040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>
              <a:lnSpc>
                <a:spcPct val="157142"/>
              </a:lnSpc>
              <a:buClr>
                <a:srgbClr val="051D3A"/>
              </a:buClr>
              <a:buSzPts val="3500"/>
            </a:pPr>
            <a:r>
              <a:rPr lang="en-US" sz="2400" b="1">
                <a:sym typeface="Times New Roman"/>
              </a:rPr>
              <a:t> Project Output Screenshot</a:t>
            </a:r>
            <a:endParaRPr sz="2400" b="1">
              <a:sym typeface="Times New Roman"/>
            </a:endParaRPr>
          </a:p>
        </p:txBody>
      </p:sp>
      <p:sp>
        <p:nvSpPr>
          <p:cNvPr id="280" name="Google Shape;280;p18">
            <a:extLst>
              <a:ext uri="{FF2B5EF4-FFF2-40B4-BE49-F238E27FC236}">
                <a16:creationId xmlns:a16="http://schemas.microsoft.com/office/drawing/2014/main" id="{E6E4A7DC-3E1D-42C4-3256-8A3109D5036E}"/>
              </a:ext>
            </a:extLst>
          </p:cNvPr>
          <p:cNvSpPr/>
          <p:nvPr/>
        </p:nvSpPr>
        <p:spPr>
          <a:xfrm>
            <a:off x="1218724" y="3360216"/>
            <a:ext cx="7468553" cy="766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rPr lang="en-US" sz="1850" b="0" i="0" u="none" strike="noStrike" cap="none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·</a:t>
            </a:r>
            <a:endParaRPr sz="185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81" name="Google Shape;281;p18">
            <a:extLst>
              <a:ext uri="{FF2B5EF4-FFF2-40B4-BE49-F238E27FC236}">
                <a16:creationId xmlns:a16="http://schemas.microsoft.com/office/drawing/2014/main" id="{1EC4E285-5561-2096-3270-252023A42F4B}"/>
              </a:ext>
            </a:extLst>
          </p:cNvPr>
          <p:cNvSpPr/>
          <p:nvPr/>
        </p:nvSpPr>
        <p:spPr>
          <a:xfrm>
            <a:off x="1218724" y="4395464"/>
            <a:ext cx="7468553" cy="766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rPr lang="en-US" sz="1850" b="0" i="0" u="none" strike="noStrike" cap="none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·</a:t>
            </a:r>
            <a:endParaRPr sz="185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82" name="Google Shape;282;p18">
            <a:extLst>
              <a:ext uri="{FF2B5EF4-FFF2-40B4-BE49-F238E27FC236}">
                <a16:creationId xmlns:a16="http://schemas.microsoft.com/office/drawing/2014/main" id="{FA8B1B6D-C213-0DFE-C434-B14C5F9945F5}"/>
              </a:ext>
            </a:extLst>
          </p:cNvPr>
          <p:cNvSpPr/>
          <p:nvPr/>
        </p:nvSpPr>
        <p:spPr>
          <a:xfrm>
            <a:off x="1218724" y="5430713"/>
            <a:ext cx="7468553" cy="3830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rPr lang="en-US" sz="1850" b="0" i="0" u="none" strike="noStrike" cap="none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·</a:t>
            </a:r>
            <a:endParaRPr sz="185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692D13D-6B69-03D8-BA22-587B943A2572}"/>
              </a:ext>
            </a:extLst>
          </p:cNvPr>
          <p:cNvSpPr txBox="1"/>
          <p:nvPr/>
        </p:nvSpPr>
        <p:spPr>
          <a:xfrm>
            <a:off x="1335024" y="1865376"/>
            <a:ext cx="683392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>
                <a:solidFill>
                  <a:srgbClr val="FF0000"/>
                </a:solidFill>
              </a:rPr>
              <a:t>Please put IBM Bob output screenshots with 2-3 prompts. </a:t>
            </a:r>
          </a:p>
          <a:p>
            <a:r>
              <a:rPr lang="en-US" sz="2000">
                <a:solidFill>
                  <a:srgbClr val="FF0000"/>
                </a:solidFill>
              </a:rPr>
              <a:t>You can take 2-3 more slides for each screenshot</a:t>
            </a:r>
            <a:endParaRPr lang="en-IN" sz="2000">
              <a:solidFill>
                <a:srgbClr val="FF0000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F555AFF-3085-4F99-44CB-B00A3F61C21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9670" y="928013"/>
            <a:ext cx="11312660" cy="5408607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B482F9E9-5B54-1B56-1E61-D5DB8B75B9A2}"/>
              </a:ext>
            </a:extLst>
          </p:cNvPr>
          <p:cNvSpPr/>
          <p:nvPr/>
        </p:nvSpPr>
        <p:spPr>
          <a:xfrm>
            <a:off x="3010328" y="5681609"/>
            <a:ext cx="5979560" cy="76604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509230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4">
          <a:extLst>
            <a:ext uri="{FF2B5EF4-FFF2-40B4-BE49-F238E27FC236}">
              <a16:creationId xmlns:a16="http://schemas.microsoft.com/office/drawing/2014/main" id="{E3C4AEBB-2963-4EEE-D8ED-E3B5ABCFF2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18">
            <a:extLst>
              <a:ext uri="{FF2B5EF4-FFF2-40B4-BE49-F238E27FC236}">
                <a16:creationId xmlns:a16="http://schemas.microsoft.com/office/drawing/2014/main" id="{67AD5A0A-54A3-BC96-26BB-9C49B61555EC}"/>
              </a:ext>
            </a:extLst>
          </p:cNvPr>
          <p:cNvSpPr/>
          <p:nvPr/>
        </p:nvSpPr>
        <p:spPr>
          <a:xfrm>
            <a:off x="409144" y="112960"/>
            <a:ext cx="6444496" cy="7040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>
              <a:lnSpc>
                <a:spcPct val="157142"/>
              </a:lnSpc>
              <a:buClr>
                <a:srgbClr val="051D3A"/>
              </a:buClr>
              <a:buSzPts val="3500"/>
            </a:pPr>
            <a:r>
              <a:rPr lang="en-US" sz="2400" b="1">
                <a:sym typeface="Times New Roman"/>
              </a:rPr>
              <a:t> Project Output Screenshot</a:t>
            </a:r>
            <a:endParaRPr sz="2400" b="1">
              <a:sym typeface="Times New Roman"/>
            </a:endParaRPr>
          </a:p>
        </p:txBody>
      </p:sp>
      <p:sp>
        <p:nvSpPr>
          <p:cNvPr id="280" name="Google Shape;280;p18">
            <a:extLst>
              <a:ext uri="{FF2B5EF4-FFF2-40B4-BE49-F238E27FC236}">
                <a16:creationId xmlns:a16="http://schemas.microsoft.com/office/drawing/2014/main" id="{A12490E1-7210-03FA-8406-7044E50A98B3}"/>
              </a:ext>
            </a:extLst>
          </p:cNvPr>
          <p:cNvSpPr/>
          <p:nvPr/>
        </p:nvSpPr>
        <p:spPr>
          <a:xfrm>
            <a:off x="1218724" y="3360216"/>
            <a:ext cx="7468553" cy="766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rPr lang="en-US" sz="1850" b="0" i="0" u="none" strike="noStrike" cap="none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·</a:t>
            </a:r>
            <a:endParaRPr sz="185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81" name="Google Shape;281;p18">
            <a:extLst>
              <a:ext uri="{FF2B5EF4-FFF2-40B4-BE49-F238E27FC236}">
                <a16:creationId xmlns:a16="http://schemas.microsoft.com/office/drawing/2014/main" id="{D0575C07-AA6B-0149-734C-B101314C9343}"/>
              </a:ext>
            </a:extLst>
          </p:cNvPr>
          <p:cNvSpPr/>
          <p:nvPr/>
        </p:nvSpPr>
        <p:spPr>
          <a:xfrm>
            <a:off x="1218724" y="4395464"/>
            <a:ext cx="7468553" cy="766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rPr lang="en-US" sz="1850" b="0" i="0" u="none" strike="noStrike" cap="none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·</a:t>
            </a:r>
            <a:endParaRPr sz="185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82" name="Google Shape;282;p18">
            <a:extLst>
              <a:ext uri="{FF2B5EF4-FFF2-40B4-BE49-F238E27FC236}">
                <a16:creationId xmlns:a16="http://schemas.microsoft.com/office/drawing/2014/main" id="{77B9C142-F05E-0FCB-045D-6B4B10F795C3}"/>
              </a:ext>
            </a:extLst>
          </p:cNvPr>
          <p:cNvSpPr/>
          <p:nvPr/>
        </p:nvSpPr>
        <p:spPr>
          <a:xfrm>
            <a:off x="1218724" y="5430713"/>
            <a:ext cx="7468553" cy="3830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rPr lang="en-US" sz="1850" b="0" i="0" u="none" strike="noStrike" cap="none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·</a:t>
            </a:r>
            <a:endParaRPr sz="185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B55001C-8880-8B09-8704-29D3F62E7A03}"/>
              </a:ext>
            </a:extLst>
          </p:cNvPr>
          <p:cNvSpPr txBox="1"/>
          <p:nvPr/>
        </p:nvSpPr>
        <p:spPr>
          <a:xfrm>
            <a:off x="1335024" y="1865376"/>
            <a:ext cx="683392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>
                <a:solidFill>
                  <a:srgbClr val="FF0000"/>
                </a:solidFill>
              </a:rPr>
              <a:t>Please put IBM Bob output screenshots with 2-3 prompts. </a:t>
            </a:r>
          </a:p>
          <a:p>
            <a:r>
              <a:rPr lang="en-US" sz="2000">
                <a:solidFill>
                  <a:srgbClr val="FF0000"/>
                </a:solidFill>
              </a:rPr>
              <a:t>You can take 2-3 more slides for each screenshot</a:t>
            </a:r>
            <a:endParaRPr lang="en-IN" sz="2000">
              <a:solidFill>
                <a:srgbClr val="FF0000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565C602-A302-C999-99BA-97D24331F36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9144" y="816977"/>
            <a:ext cx="11195407" cy="55102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190718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4">
          <a:extLst>
            <a:ext uri="{FF2B5EF4-FFF2-40B4-BE49-F238E27FC236}">
              <a16:creationId xmlns:a16="http://schemas.microsoft.com/office/drawing/2014/main" id="{E3C4AEBB-2963-4EEE-D8ED-E3B5ABCFF2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18">
            <a:extLst>
              <a:ext uri="{FF2B5EF4-FFF2-40B4-BE49-F238E27FC236}">
                <a16:creationId xmlns:a16="http://schemas.microsoft.com/office/drawing/2014/main" id="{67AD5A0A-54A3-BC96-26BB-9C49B61555EC}"/>
              </a:ext>
            </a:extLst>
          </p:cNvPr>
          <p:cNvSpPr/>
          <p:nvPr/>
        </p:nvSpPr>
        <p:spPr>
          <a:xfrm>
            <a:off x="409144" y="112960"/>
            <a:ext cx="6444496" cy="7040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>
              <a:lnSpc>
                <a:spcPct val="157142"/>
              </a:lnSpc>
              <a:buClr>
                <a:srgbClr val="051D3A"/>
              </a:buClr>
              <a:buSzPts val="3500"/>
            </a:pPr>
            <a:r>
              <a:rPr lang="en-US" sz="2400" b="1">
                <a:sym typeface="Times New Roman"/>
              </a:rPr>
              <a:t> Project Output Screenshot</a:t>
            </a:r>
            <a:endParaRPr sz="2400" b="1">
              <a:sym typeface="Times New Roman"/>
            </a:endParaRPr>
          </a:p>
        </p:txBody>
      </p:sp>
      <p:sp>
        <p:nvSpPr>
          <p:cNvPr id="280" name="Google Shape;280;p18">
            <a:extLst>
              <a:ext uri="{FF2B5EF4-FFF2-40B4-BE49-F238E27FC236}">
                <a16:creationId xmlns:a16="http://schemas.microsoft.com/office/drawing/2014/main" id="{A12490E1-7210-03FA-8406-7044E50A98B3}"/>
              </a:ext>
            </a:extLst>
          </p:cNvPr>
          <p:cNvSpPr/>
          <p:nvPr/>
        </p:nvSpPr>
        <p:spPr>
          <a:xfrm>
            <a:off x="1218724" y="3360216"/>
            <a:ext cx="7468553" cy="766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rPr lang="en-US" sz="1850" b="0" i="0" u="none" strike="noStrike" cap="none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·</a:t>
            </a:r>
            <a:endParaRPr sz="185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81" name="Google Shape;281;p18">
            <a:extLst>
              <a:ext uri="{FF2B5EF4-FFF2-40B4-BE49-F238E27FC236}">
                <a16:creationId xmlns:a16="http://schemas.microsoft.com/office/drawing/2014/main" id="{D0575C07-AA6B-0149-734C-B101314C9343}"/>
              </a:ext>
            </a:extLst>
          </p:cNvPr>
          <p:cNvSpPr/>
          <p:nvPr/>
        </p:nvSpPr>
        <p:spPr>
          <a:xfrm>
            <a:off x="1218724" y="4395464"/>
            <a:ext cx="7468553" cy="766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rPr lang="en-US" sz="1850" b="0" i="0" u="none" strike="noStrike" cap="none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·</a:t>
            </a:r>
            <a:endParaRPr sz="185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82" name="Google Shape;282;p18">
            <a:extLst>
              <a:ext uri="{FF2B5EF4-FFF2-40B4-BE49-F238E27FC236}">
                <a16:creationId xmlns:a16="http://schemas.microsoft.com/office/drawing/2014/main" id="{77B9C142-F05E-0FCB-045D-6B4B10F795C3}"/>
              </a:ext>
            </a:extLst>
          </p:cNvPr>
          <p:cNvSpPr/>
          <p:nvPr/>
        </p:nvSpPr>
        <p:spPr>
          <a:xfrm>
            <a:off x="1218724" y="5430713"/>
            <a:ext cx="7468553" cy="3830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rPr lang="en-US" sz="1850" b="0" i="0" u="none" strike="noStrike" cap="none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·</a:t>
            </a:r>
            <a:endParaRPr sz="185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B55001C-8880-8B09-8704-29D3F62E7A03}"/>
              </a:ext>
            </a:extLst>
          </p:cNvPr>
          <p:cNvSpPr txBox="1"/>
          <p:nvPr/>
        </p:nvSpPr>
        <p:spPr>
          <a:xfrm>
            <a:off x="1335024" y="1865376"/>
            <a:ext cx="683392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>
                <a:solidFill>
                  <a:srgbClr val="FF0000"/>
                </a:solidFill>
              </a:rPr>
              <a:t>Please put IBM Bob output screenshots with 2-3 prompts. </a:t>
            </a:r>
          </a:p>
          <a:p>
            <a:r>
              <a:rPr lang="en-US" sz="2000">
                <a:solidFill>
                  <a:srgbClr val="FF0000"/>
                </a:solidFill>
              </a:rPr>
              <a:t>You can take 2-3 more slides for each screenshot</a:t>
            </a:r>
            <a:endParaRPr lang="en-IN" sz="2000">
              <a:solidFill>
                <a:srgbClr val="FF0000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74DE3C0-D361-FE8E-5C38-61917AD28B0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6448" y="1044263"/>
            <a:ext cx="10501001" cy="50315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426831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0">
          <a:extLst>
            <a:ext uri="{FF2B5EF4-FFF2-40B4-BE49-F238E27FC236}">
              <a16:creationId xmlns:a16="http://schemas.microsoft.com/office/drawing/2014/main" id="{EEDEC80F-FA4E-F3FF-DE90-87B861D0BD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FA184BA-BCF2-3D7B-30D0-0F3CF30C161B}"/>
              </a:ext>
            </a:extLst>
          </p:cNvPr>
          <p:cNvSpPr txBox="1"/>
          <p:nvPr/>
        </p:nvSpPr>
        <p:spPr>
          <a:xfrm>
            <a:off x="777240" y="484632"/>
            <a:ext cx="7123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/>
              <a:t>Novelty and Uniqueness</a:t>
            </a:r>
            <a:endParaRPr lang="en-IN" sz="2400" b="1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D65F54F-855A-0DB6-09A6-3212C5F7405B}"/>
              </a:ext>
            </a:extLst>
          </p:cNvPr>
          <p:cNvSpPr txBox="1"/>
          <p:nvPr/>
        </p:nvSpPr>
        <p:spPr>
          <a:xfrm>
            <a:off x="777240" y="1207008"/>
            <a:ext cx="11301984" cy="50167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600" dirty="0"/>
              <a:t>The proposed </a:t>
            </a:r>
            <a:r>
              <a:rPr lang="en-GB" sz="1600" b="1" dirty="0"/>
              <a:t>Travel Planner Agent</a:t>
            </a:r>
            <a:r>
              <a:rPr lang="en-GB" sz="1600" dirty="0"/>
              <a:t> stands out by combining </a:t>
            </a:r>
            <a:r>
              <a:rPr lang="en-GB" sz="1600" b="1" dirty="0"/>
              <a:t>Agentic AI, personalization, and intelligent planning</a:t>
            </a:r>
            <a:r>
              <a:rPr lang="en-GB" sz="1600" dirty="0"/>
              <a:t> into a single travel assistance system.</a:t>
            </a:r>
          </a:p>
          <a:p>
            <a:endParaRPr lang="en-GB" sz="1600" dirty="0"/>
          </a:p>
          <a:p>
            <a:r>
              <a:rPr lang="en-GB" sz="1600" b="1" dirty="0"/>
              <a:t>Multi-Agent Intelligence</a:t>
            </a:r>
            <a:r>
              <a:rPr lang="en-GB" sz="1600" dirty="0"/>
              <a:t> – Multiple specialized agents collaborate to handle destination selection, itinerary planning, budgeting, and travel guidance.</a:t>
            </a:r>
          </a:p>
          <a:p>
            <a:r>
              <a:rPr lang="en-GB" sz="1600" b="1" dirty="0"/>
              <a:t>Hyper-Personalization</a:t>
            </a:r>
            <a:r>
              <a:rPr lang="en-GB" sz="1600" dirty="0"/>
              <a:t> – Creates travel plans based on the user's </a:t>
            </a:r>
            <a:r>
              <a:rPr lang="en-GB" sz="1600" b="1" dirty="0"/>
              <a:t>budget, interests, duration, travel style, and preferences</a:t>
            </a:r>
            <a:r>
              <a:rPr lang="en-GB" sz="1600" dirty="0"/>
              <a:t>.</a:t>
            </a:r>
          </a:p>
          <a:p>
            <a:r>
              <a:rPr lang="en-GB" sz="1600" b="1" dirty="0"/>
              <a:t>Dynamic Itinerary Planning</a:t>
            </a:r>
            <a:r>
              <a:rPr lang="en-GB" sz="1600" dirty="0"/>
              <a:t> – Automatically adjusts the itinerary when users change their requirements, activities, or available time.</a:t>
            </a:r>
          </a:p>
          <a:p>
            <a:r>
              <a:rPr lang="en-GB" sz="1600" b="1" dirty="0"/>
              <a:t>Budget-Aware Planning</a:t>
            </a:r>
            <a:r>
              <a:rPr lang="en-GB" sz="1600" dirty="0"/>
              <a:t> – Considers the user's budget while recommending activities, accommodation options, transportation, and other expenses.</a:t>
            </a:r>
          </a:p>
          <a:p>
            <a:r>
              <a:rPr lang="en-GB" sz="1600" b="1" dirty="0"/>
              <a:t>Context-Aware Recommendations</a:t>
            </a:r>
            <a:r>
              <a:rPr lang="en-GB" sz="1600" dirty="0"/>
              <a:t> – Understands user requirements and provides relevant destinations, activities, and travel suggestions.</a:t>
            </a:r>
          </a:p>
          <a:p>
            <a:r>
              <a:rPr lang="en-GB" sz="1600" b="1" dirty="0"/>
              <a:t>Interactive Travel Assistance</a:t>
            </a:r>
            <a:r>
              <a:rPr lang="en-GB" sz="1600" dirty="0"/>
              <a:t> – Allows users to refine their itinerary through follow-up requests and receive updated recommendations.</a:t>
            </a:r>
          </a:p>
          <a:p>
            <a:r>
              <a:rPr lang="en-GB" sz="1600" b="1" dirty="0"/>
              <a:t>IBM-Powered AI</a:t>
            </a:r>
            <a:r>
              <a:rPr lang="en-GB" sz="1600" dirty="0"/>
              <a:t> – Built using </a:t>
            </a:r>
            <a:r>
              <a:rPr lang="en-GB" sz="1600" b="1" dirty="0"/>
              <a:t>IBM BOB, IBM watsonx.ai, and IBM Granite models</a:t>
            </a:r>
            <a:r>
              <a:rPr lang="en-GB" sz="1600" dirty="0"/>
              <a:t>, providing a scalable foundation for intelligent travel planning.</a:t>
            </a:r>
          </a:p>
          <a:p>
            <a:endParaRPr lang="en-GB" sz="1600" dirty="0"/>
          </a:p>
          <a:p>
            <a:r>
              <a:rPr lang="en-GB" sz="1600" dirty="0"/>
              <a:t>This makes the solution a </a:t>
            </a:r>
            <a:r>
              <a:rPr lang="en-GB" sz="1600" b="1" dirty="0"/>
              <a:t>smart, adaptive, and personalized digital travel planner</a:t>
            </a:r>
            <a:r>
              <a:rPr lang="en-GB" sz="1600" dirty="0"/>
              <a:t>, rather than just a static itinerary generator.</a:t>
            </a:r>
          </a:p>
        </p:txBody>
      </p:sp>
    </p:spTree>
    <p:extLst>
      <p:ext uri="{BB962C8B-B14F-4D97-AF65-F5344CB8AC3E}">
        <p14:creationId xmlns:p14="http://schemas.microsoft.com/office/powerpoint/2010/main" val="232528227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4">
          <a:extLst>
            <a:ext uri="{FF2B5EF4-FFF2-40B4-BE49-F238E27FC236}">
              <a16:creationId xmlns:a16="http://schemas.microsoft.com/office/drawing/2014/main" id="{7BB3C0CA-2F24-30DF-1D65-4440B864F0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18">
            <a:extLst>
              <a:ext uri="{FF2B5EF4-FFF2-40B4-BE49-F238E27FC236}">
                <a16:creationId xmlns:a16="http://schemas.microsoft.com/office/drawing/2014/main" id="{187EEB9C-2E84-113A-3CE6-1507BF5B039F}"/>
              </a:ext>
            </a:extLst>
          </p:cNvPr>
          <p:cNvSpPr/>
          <p:nvPr/>
        </p:nvSpPr>
        <p:spPr>
          <a:xfrm>
            <a:off x="1218724" y="420729"/>
            <a:ext cx="6444496" cy="7040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57142"/>
              </a:lnSpc>
              <a:spcBef>
                <a:spcPts val="0"/>
              </a:spcBef>
              <a:spcAft>
                <a:spcPts val="0"/>
              </a:spcAft>
              <a:buClr>
                <a:srgbClr val="051D3A"/>
              </a:buClr>
              <a:buSzPts val="3500"/>
              <a:buFont typeface="Times New Roman"/>
              <a:buNone/>
            </a:pPr>
            <a:r>
              <a:rPr lang="en-US" sz="2400" b="1">
                <a:sym typeface="Times New Roman"/>
              </a:rPr>
              <a:t>Git Hub Link</a:t>
            </a:r>
            <a:endParaRPr sz="2400" b="1">
              <a:sym typeface="Times New Roman"/>
            </a:endParaRPr>
          </a:p>
        </p:txBody>
      </p:sp>
      <p:sp>
        <p:nvSpPr>
          <p:cNvPr id="279" name="Google Shape;279;p18">
            <a:extLst>
              <a:ext uri="{FF2B5EF4-FFF2-40B4-BE49-F238E27FC236}">
                <a16:creationId xmlns:a16="http://schemas.microsoft.com/office/drawing/2014/main" id="{3711AF54-94A6-B837-31EF-9A8C4ECB9AF6}"/>
              </a:ext>
            </a:extLst>
          </p:cNvPr>
          <p:cNvSpPr/>
          <p:nvPr/>
        </p:nvSpPr>
        <p:spPr>
          <a:xfrm>
            <a:off x="1218724" y="1153712"/>
            <a:ext cx="9214580" cy="4277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rPr lang="en-US" sz="1850" b="0" i="0" u="none" strike="noStrike" cap="none" dirty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· Please create public </a:t>
            </a:r>
            <a:r>
              <a:rPr lang="en-US" sz="1850" b="0" i="0" u="none" strike="noStrike" cap="none" dirty="0" err="1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github</a:t>
            </a:r>
            <a:r>
              <a:rPr lang="en-US" sz="1850" b="0" i="0" u="none" strike="noStrike" cap="none" dirty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repository (Enable Add README  button while creating repository) with format – </a:t>
            </a:r>
          </a:p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rPr lang="en-US" sz="1850" dirty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Please test and Paste the working  </a:t>
            </a:r>
            <a:r>
              <a:rPr lang="en-US" sz="1850" dirty="0" err="1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Github</a:t>
            </a:r>
            <a:r>
              <a:rPr lang="en-US" sz="1850" dirty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URL – </a:t>
            </a:r>
          </a:p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rPr lang="en-US" sz="1850" dirty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  <a:hlinkClick r:id="rId3"/>
              </a:rPr>
              <a:t>https://github.com/LakshyaJain779/IBM_SkillBuild_AICTE_Edunet_Foundation</a:t>
            </a:r>
            <a:endParaRPr lang="en-US" sz="1850" dirty="0">
              <a:solidFill>
                <a:srgbClr val="2B354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lvl="0">
              <a:lnSpc>
                <a:spcPct val="162162"/>
              </a:lnSpc>
              <a:buClr>
                <a:srgbClr val="2B3541"/>
              </a:buClr>
              <a:buSzPts val="1850"/>
            </a:pPr>
            <a:r>
              <a:rPr lang="en-US" sz="1850" b="1" dirty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Make sure you have Uploaded following three files into your </a:t>
            </a:r>
            <a:r>
              <a:rPr lang="en-US" sz="1850" b="1" dirty="0" err="1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github</a:t>
            </a:r>
            <a:r>
              <a:rPr lang="en-US" sz="1850" b="1" dirty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repository  </a:t>
            </a:r>
            <a:br>
              <a:rPr lang="en-US" sz="1850" dirty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r>
              <a:rPr lang="en-US" sz="1850" dirty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1) All Agent relevant files of IBM Cloud , 2) yourproblemstatement.pdf file  3) your projectpresntation.pptx file 4)any other files </a:t>
            </a:r>
          </a:p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endParaRPr sz="1850" b="0" i="0" u="none" strike="noStrike" cap="none" dirty="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80" name="Google Shape;280;p18">
            <a:extLst>
              <a:ext uri="{FF2B5EF4-FFF2-40B4-BE49-F238E27FC236}">
                <a16:creationId xmlns:a16="http://schemas.microsoft.com/office/drawing/2014/main" id="{E228982D-BF81-530A-CBA1-E897A3CA8EF7}"/>
              </a:ext>
            </a:extLst>
          </p:cNvPr>
          <p:cNvSpPr/>
          <p:nvPr/>
        </p:nvSpPr>
        <p:spPr>
          <a:xfrm>
            <a:off x="1218724" y="3360216"/>
            <a:ext cx="7468553" cy="766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rPr lang="en-US" sz="1850" b="0" i="0" u="none" strike="noStrike" cap="none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·</a:t>
            </a:r>
            <a:endParaRPr sz="185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81" name="Google Shape;281;p18">
            <a:extLst>
              <a:ext uri="{FF2B5EF4-FFF2-40B4-BE49-F238E27FC236}">
                <a16:creationId xmlns:a16="http://schemas.microsoft.com/office/drawing/2014/main" id="{7BC356B8-92F8-3187-D065-667AACF68E72}"/>
              </a:ext>
            </a:extLst>
          </p:cNvPr>
          <p:cNvSpPr/>
          <p:nvPr/>
        </p:nvSpPr>
        <p:spPr>
          <a:xfrm>
            <a:off x="1218724" y="4395464"/>
            <a:ext cx="7468553" cy="766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rPr lang="en-US" sz="1850" b="0" i="0" u="none" strike="noStrike" cap="none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·</a:t>
            </a:r>
            <a:endParaRPr sz="185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82" name="Google Shape;282;p18">
            <a:extLst>
              <a:ext uri="{FF2B5EF4-FFF2-40B4-BE49-F238E27FC236}">
                <a16:creationId xmlns:a16="http://schemas.microsoft.com/office/drawing/2014/main" id="{1558A011-60D6-B010-6117-1B9F7C786B2B}"/>
              </a:ext>
            </a:extLst>
          </p:cNvPr>
          <p:cNvSpPr/>
          <p:nvPr/>
        </p:nvSpPr>
        <p:spPr>
          <a:xfrm>
            <a:off x="1218724" y="5430713"/>
            <a:ext cx="7468553" cy="3830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rPr lang="en-US" sz="1850" b="0" i="0" u="none" strike="noStrike" cap="none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·</a:t>
            </a:r>
            <a:endParaRPr sz="185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404041227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4">
          <a:extLst>
            <a:ext uri="{FF2B5EF4-FFF2-40B4-BE49-F238E27FC236}">
              <a16:creationId xmlns:a16="http://schemas.microsoft.com/office/drawing/2014/main" id="{6FA0F82B-7EE5-EAB0-F470-130BDAC825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18">
            <a:extLst>
              <a:ext uri="{FF2B5EF4-FFF2-40B4-BE49-F238E27FC236}">
                <a16:creationId xmlns:a16="http://schemas.microsoft.com/office/drawing/2014/main" id="{0668C6FD-577A-7288-5642-1AFC22BD04F2}"/>
              </a:ext>
            </a:extLst>
          </p:cNvPr>
          <p:cNvSpPr/>
          <p:nvPr/>
        </p:nvSpPr>
        <p:spPr>
          <a:xfrm>
            <a:off x="1218724" y="420729"/>
            <a:ext cx="6444496" cy="7040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57142"/>
              </a:lnSpc>
              <a:spcBef>
                <a:spcPts val="0"/>
              </a:spcBef>
              <a:spcAft>
                <a:spcPts val="0"/>
              </a:spcAft>
              <a:buClr>
                <a:srgbClr val="051D3A"/>
              </a:buClr>
              <a:buSzPts val="3500"/>
              <a:buFont typeface="Times New Roman"/>
              <a:buNone/>
            </a:pPr>
            <a:r>
              <a:rPr lang="en-US" sz="2400" b="1">
                <a:sym typeface="Times New Roman"/>
              </a:rPr>
              <a:t>Future Scope </a:t>
            </a:r>
            <a:endParaRPr sz="2400" b="1">
              <a:sym typeface="Times New Roman"/>
            </a:endParaRPr>
          </a:p>
        </p:txBody>
      </p:sp>
      <p:sp>
        <p:nvSpPr>
          <p:cNvPr id="279" name="Google Shape;279;p18">
            <a:extLst>
              <a:ext uri="{FF2B5EF4-FFF2-40B4-BE49-F238E27FC236}">
                <a16:creationId xmlns:a16="http://schemas.microsoft.com/office/drawing/2014/main" id="{EAFA16CB-0A72-5AC5-69A0-ABF4A752B43F}"/>
              </a:ext>
            </a:extLst>
          </p:cNvPr>
          <p:cNvSpPr/>
          <p:nvPr/>
        </p:nvSpPr>
        <p:spPr>
          <a:xfrm>
            <a:off x="1218724" y="1221715"/>
            <a:ext cx="9214580" cy="4277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r>
              <a:rPr lang="en-GB" sz="1800" b="1" dirty="0"/>
              <a:t>1. Real-Time Travel Data Integration –</a:t>
            </a:r>
            <a:endParaRPr lang="en-GB" sz="1800" dirty="0"/>
          </a:p>
          <a:p>
            <a:r>
              <a:rPr lang="en-GB" sz="1800" dirty="0"/>
              <a:t>The system can be integrated with real-time APIs for </a:t>
            </a:r>
            <a:r>
              <a:rPr lang="en-GB" sz="1800" b="1" dirty="0"/>
              <a:t>flight prices, hotel availability, weather, and local transportation</a:t>
            </a:r>
            <a:r>
              <a:rPr lang="en-GB" sz="1800" dirty="0"/>
              <a:t>. This will enable the Travel Planner Agent to provide more accurate and up-to-date travel recommendations and dynamically adjust itineraries.</a:t>
            </a:r>
          </a:p>
          <a:p>
            <a:endParaRPr lang="en-GB" sz="1800" dirty="0"/>
          </a:p>
          <a:p>
            <a:r>
              <a:rPr lang="en-GB" sz="1800" b="1" dirty="0"/>
              <a:t>2. AI-Powered Voice Assistant &amp; Multilingual Support –</a:t>
            </a:r>
            <a:endParaRPr lang="en-GB" sz="1800" dirty="0"/>
          </a:p>
          <a:p>
            <a:r>
              <a:rPr lang="en-GB" sz="1800" dirty="0"/>
              <a:t>Enhancing the system with a </a:t>
            </a:r>
            <a:r>
              <a:rPr lang="en-GB" sz="1800" b="1" dirty="0"/>
              <a:t>voice-enabled assistant and multilingual support</a:t>
            </a:r>
            <a:r>
              <a:rPr lang="en-GB" sz="1800" dirty="0"/>
              <a:t> will improve accessibility. Users will be able to interact naturally in their preferred language, making the solution more inclusive for </a:t>
            </a:r>
            <a:r>
              <a:rPr lang="en-GB" sz="1800" dirty="0" err="1"/>
              <a:t>travelers</a:t>
            </a:r>
            <a:r>
              <a:rPr lang="en-GB" sz="1800" dirty="0"/>
              <a:t> from diverse backgrounds.</a:t>
            </a:r>
          </a:p>
          <a:p>
            <a:endParaRPr lang="en-GB" sz="1800" dirty="0"/>
          </a:p>
          <a:p>
            <a:r>
              <a:rPr lang="en-GB" sz="1800" b="1" dirty="0"/>
              <a:t>3. Smart Booking &amp; Reservation Integration –</a:t>
            </a:r>
            <a:endParaRPr lang="en-GB" sz="1800" dirty="0"/>
          </a:p>
          <a:p>
            <a:r>
              <a:rPr lang="en-GB" sz="1800" dirty="0"/>
              <a:t>The system can be extended to connect with </a:t>
            </a:r>
            <a:r>
              <a:rPr lang="en-GB" sz="1800" b="1" dirty="0"/>
              <a:t>flight, hotel, restaurant, and activity booking platforms</a:t>
            </a:r>
            <a:r>
              <a:rPr lang="en-GB" sz="1800" dirty="0"/>
              <a:t>, allowing users to move from itinerary planning to actual reservations through a single platform.</a:t>
            </a:r>
          </a:p>
        </p:txBody>
      </p:sp>
      <p:sp>
        <p:nvSpPr>
          <p:cNvPr id="280" name="Google Shape;280;p18">
            <a:extLst>
              <a:ext uri="{FF2B5EF4-FFF2-40B4-BE49-F238E27FC236}">
                <a16:creationId xmlns:a16="http://schemas.microsoft.com/office/drawing/2014/main" id="{B888011B-E4AC-77DB-4A60-BE2C891C49F5}"/>
              </a:ext>
            </a:extLst>
          </p:cNvPr>
          <p:cNvSpPr/>
          <p:nvPr/>
        </p:nvSpPr>
        <p:spPr>
          <a:xfrm>
            <a:off x="1218724" y="3360216"/>
            <a:ext cx="7468553" cy="766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rPr lang="en-US" sz="1850" b="0" i="0" u="none" strike="noStrike" cap="none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·</a:t>
            </a:r>
            <a:endParaRPr sz="185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81" name="Google Shape;281;p18">
            <a:extLst>
              <a:ext uri="{FF2B5EF4-FFF2-40B4-BE49-F238E27FC236}">
                <a16:creationId xmlns:a16="http://schemas.microsoft.com/office/drawing/2014/main" id="{91F05971-9256-10B5-6575-4E7C679C6DAA}"/>
              </a:ext>
            </a:extLst>
          </p:cNvPr>
          <p:cNvSpPr/>
          <p:nvPr/>
        </p:nvSpPr>
        <p:spPr>
          <a:xfrm>
            <a:off x="1218724" y="4395464"/>
            <a:ext cx="7468553" cy="766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rPr lang="en-US" sz="1850" b="0" i="0" u="none" strike="noStrike" cap="none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·</a:t>
            </a:r>
            <a:endParaRPr sz="185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82" name="Google Shape;282;p18">
            <a:extLst>
              <a:ext uri="{FF2B5EF4-FFF2-40B4-BE49-F238E27FC236}">
                <a16:creationId xmlns:a16="http://schemas.microsoft.com/office/drawing/2014/main" id="{F1C3EBC2-438F-C150-9ABF-F14321C2CC5C}"/>
              </a:ext>
            </a:extLst>
          </p:cNvPr>
          <p:cNvSpPr/>
          <p:nvPr/>
        </p:nvSpPr>
        <p:spPr>
          <a:xfrm>
            <a:off x="1218724" y="5430713"/>
            <a:ext cx="7468553" cy="3830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rPr lang="en-US" sz="1850" b="0" i="0" u="none" strike="noStrike" cap="none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·</a:t>
            </a:r>
            <a:endParaRPr sz="185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74002846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3F1C7BCA-5DD7-F4D3-A937-D1C56976DA01}"/>
              </a:ext>
            </a:extLst>
          </p:cNvPr>
          <p:cNvSpPr txBox="1"/>
          <p:nvPr/>
        </p:nvSpPr>
        <p:spPr>
          <a:xfrm>
            <a:off x="327949" y="207380"/>
            <a:ext cx="6096000" cy="677108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400" b="1"/>
              <a:t>Certificates Earned:</a:t>
            </a:r>
          </a:p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837D5EE-379B-FDC5-0854-8AC81D31FADF}"/>
              </a:ext>
            </a:extLst>
          </p:cNvPr>
          <p:cNvSpPr txBox="1"/>
          <p:nvPr/>
        </p:nvSpPr>
        <p:spPr>
          <a:xfrm>
            <a:off x="552048" y="690061"/>
            <a:ext cx="11453139" cy="46166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400" b="1" dirty="0"/>
              <a:t>Please add your </a:t>
            </a:r>
            <a:r>
              <a:rPr lang="en-US" sz="2400" b="1" dirty="0" err="1"/>
              <a:t>credly</a:t>
            </a:r>
            <a:r>
              <a:rPr lang="en-US" sz="2400" b="1" dirty="0"/>
              <a:t> certificate(Getting Started with Artificial Intelligence)  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E579795A-6466-3310-3279-19B5C50BF2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20628" y="1367169"/>
            <a:ext cx="6950744" cy="52046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3348271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3F1C7BCA-5DD7-F4D3-A937-D1C56976DA01}"/>
              </a:ext>
            </a:extLst>
          </p:cNvPr>
          <p:cNvSpPr txBox="1"/>
          <p:nvPr/>
        </p:nvSpPr>
        <p:spPr>
          <a:xfrm>
            <a:off x="327949" y="207380"/>
            <a:ext cx="6096000" cy="677108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400" b="1"/>
              <a:t>Certificates Earned:</a:t>
            </a:r>
          </a:p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837D5EE-379B-FDC5-0854-8AC81D31FADF}"/>
              </a:ext>
            </a:extLst>
          </p:cNvPr>
          <p:cNvSpPr txBox="1"/>
          <p:nvPr/>
        </p:nvSpPr>
        <p:spPr>
          <a:xfrm>
            <a:off x="552048" y="690061"/>
            <a:ext cx="11453139" cy="46166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400" b="1" dirty="0"/>
              <a:t>Please add your </a:t>
            </a:r>
            <a:r>
              <a:rPr lang="en-US" sz="2400" b="1" dirty="0" err="1"/>
              <a:t>credly</a:t>
            </a:r>
            <a:r>
              <a:rPr lang="en-US" sz="2400" b="1" dirty="0"/>
              <a:t> certificate(Getting Started with Cybersecurity)  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ABA9CC24-860B-67DA-6B31-B9B550AB586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839" y="1367169"/>
            <a:ext cx="6718645" cy="50358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046311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CA8544A9-CF92-3FAF-D3EE-31DF90F7A64D}"/>
              </a:ext>
            </a:extLst>
          </p:cNvPr>
          <p:cNvSpPr txBox="1"/>
          <p:nvPr/>
        </p:nvSpPr>
        <p:spPr>
          <a:xfrm>
            <a:off x="176696" y="226391"/>
            <a:ext cx="6096000" cy="677108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400" b="1" i="0" u="none" strike="noStrike" baseline="0">
                <a:solidFill>
                  <a:srgbClr val="000000"/>
                </a:solidFill>
                <a:latin typeface="Arial"/>
              </a:rPr>
              <a:t>Certificates Earned:</a:t>
            </a:r>
            <a:r>
              <a:rPr sz="2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​</a:t>
            </a:r>
            <a:endParaRPr lang="en-US"/>
          </a:p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0D36B1A-26C2-CD55-1032-4CB5E4EDF305}"/>
              </a:ext>
            </a:extLst>
          </p:cNvPr>
          <p:cNvSpPr txBox="1"/>
          <p:nvPr/>
        </p:nvSpPr>
        <p:spPr>
          <a:xfrm>
            <a:off x="496843" y="800470"/>
            <a:ext cx="5437681" cy="40011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000" b="1"/>
              <a:t>Add your IBM BOB Certificate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3453C83-B91D-314D-7B46-837474347B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5242" y="1344014"/>
            <a:ext cx="8058564" cy="49532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517770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0" name="Google Shape;310;p2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2190302"/>
            <a:ext cx="12192000" cy="2477396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44013734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164</TotalTime>
  <Words>1475</Words>
  <Application>Microsoft Office PowerPoint</Application>
  <PresentationFormat>Widescreen</PresentationFormat>
  <Paragraphs>148</Paragraphs>
  <Slides>23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7" baseType="lpstr">
      <vt:lpstr>Arial</vt:lpstr>
      <vt:lpstr>Calibri</vt:lpstr>
      <vt:lpstr>Times New Roman</vt:lpstr>
      <vt:lpstr>Office Theme</vt:lpstr>
      <vt:lpstr>IBM University Engagement Project Submission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Manda Anirudh</dc:creator>
  <cp:lastModifiedBy>sanjayjainburma@gmail.com</cp:lastModifiedBy>
  <cp:revision>11</cp:revision>
  <dcterms:created xsi:type="dcterms:W3CDTF">2025-07-08T05:06:56Z</dcterms:created>
  <dcterms:modified xsi:type="dcterms:W3CDTF">2026-09-06T11:53:17Z</dcterms:modified>
</cp:coreProperties>
</file>